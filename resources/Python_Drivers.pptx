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78" r:id="rId4"/>
    <p:sldId id="279" r:id="rId5"/>
    <p:sldId id="281" r:id="rId6"/>
    <p:sldId id="282" r:id="rId7"/>
    <p:sldId id="274" r:id="rId8"/>
    <p:sldId id="271" r:id="rId9"/>
    <p:sldId id="280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10B56-3941-91B4-A39E-9912264A5141}" v="479" dt="2026-06-11T22:24:28.768"/>
    <p1510:client id="{E49E6B4D-A65F-1CD8-CF8B-20E9D77BF714}" v="153" dt="2026-06-12T09:42:18.500"/>
    <p1510:client id="{EBDE582A-A0F5-85E0-3A1D-0DFC7180670A}" v="19" dt="2026-06-12T17:44:31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wden, Lacey (hunt3247@vandals.uidaho.edu)" userId="S::hunt3247@vandals.uidaho.edu::00e36877-4d68-474a-9cab-67e27c7d8759" providerId="AD" clId="Web-{B4510B56-3941-91B4-A39E-9912264A5141}"/>
    <pc:docChg chg="addSld modSld sldOrd">
      <pc:chgData name="Bowden, Lacey (hunt3247@vandals.uidaho.edu)" userId="S::hunt3247@vandals.uidaho.edu::00e36877-4d68-474a-9cab-67e27c7d8759" providerId="AD" clId="Web-{B4510B56-3941-91B4-A39E-9912264A5141}" dt="2026-06-11T22:24:28.768" v="465" actId="20577"/>
      <pc:docMkLst>
        <pc:docMk/>
      </pc:docMkLst>
      <pc:sldChg chg="modSp">
        <pc:chgData name="Bowden, Lacey (hunt3247@vandals.uidaho.edu)" userId="S::hunt3247@vandals.uidaho.edu::00e36877-4d68-474a-9cab-67e27c7d8759" providerId="AD" clId="Web-{B4510B56-3941-91B4-A39E-9912264A5141}" dt="2026-06-11T20:49:01.524" v="1" actId="20577"/>
        <pc:sldMkLst>
          <pc:docMk/>
          <pc:sldMk cId="109857222" sldId="256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0:49:01.524" v="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add">
        <pc:chgData name="Bowden, Lacey (hunt3247@vandals.uidaho.edu)" userId="S::hunt3247@vandals.uidaho.edu::00e36877-4d68-474a-9cab-67e27c7d8759" providerId="AD" clId="Web-{B4510B56-3941-91B4-A39E-9912264A5141}" dt="2026-06-11T21:50:00.708" v="413" actId="20577"/>
        <pc:sldMkLst>
          <pc:docMk/>
          <pc:sldMk cId="1359491283" sldId="271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0:51:57.635" v="51" actId="20577"/>
          <ac:spMkLst>
            <pc:docMk/>
            <pc:sldMk cId="1359491283" sldId="271"/>
            <ac:spMk id="2" creationId="{1644FBD2-1502-7323-A244-880335262B06}"/>
          </ac:spMkLst>
        </pc:spChg>
        <pc:spChg chg="mod">
          <ac:chgData name="Bowden, Lacey (hunt3247@vandals.uidaho.edu)" userId="S::hunt3247@vandals.uidaho.edu::00e36877-4d68-474a-9cab-67e27c7d8759" providerId="AD" clId="Web-{B4510B56-3941-91B4-A39E-9912264A5141}" dt="2026-06-11T21:50:00.708" v="413" actId="20577"/>
          <ac:spMkLst>
            <pc:docMk/>
            <pc:sldMk cId="1359491283" sldId="271"/>
            <ac:spMk id="3" creationId="{639CE851-AEC7-C4C2-6F41-72F2CE44653D}"/>
          </ac:spMkLst>
        </pc:spChg>
      </pc:sldChg>
      <pc:sldChg chg="modSp add ord">
        <pc:chgData name="Bowden, Lacey (hunt3247@vandals.uidaho.edu)" userId="S::hunt3247@vandals.uidaho.edu::00e36877-4d68-474a-9cab-67e27c7d8759" providerId="AD" clId="Web-{B4510B56-3941-91B4-A39E-9912264A5141}" dt="2026-06-11T21:50:16.192" v="415" actId="20577"/>
        <pc:sldMkLst>
          <pc:docMk/>
          <pc:sldMk cId="3817485255" sldId="274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0:52:08.698" v="59" actId="20577"/>
          <ac:spMkLst>
            <pc:docMk/>
            <pc:sldMk cId="3817485255" sldId="274"/>
            <ac:spMk id="2" creationId="{57C199A0-0DF7-7EFB-6775-680E41C05A64}"/>
          </ac:spMkLst>
        </pc:spChg>
        <pc:spChg chg="mod">
          <ac:chgData name="Bowden, Lacey (hunt3247@vandals.uidaho.edu)" userId="S::hunt3247@vandals.uidaho.edu::00e36877-4d68-474a-9cab-67e27c7d8759" providerId="AD" clId="Web-{B4510B56-3941-91B4-A39E-9912264A5141}" dt="2026-06-11T21:50:16.192" v="415" actId="20577"/>
          <ac:spMkLst>
            <pc:docMk/>
            <pc:sldMk cId="3817485255" sldId="274"/>
            <ac:spMk id="5" creationId="{7D3910CC-2E8C-C47C-6359-CB20F2F0465D}"/>
          </ac:spMkLst>
        </pc:spChg>
      </pc:sldChg>
      <pc:sldChg chg="modSp add">
        <pc:chgData name="Bowden, Lacey (hunt3247@vandals.uidaho.edu)" userId="S::hunt3247@vandals.uidaho.edu::00e36877-4d68-474a-9cab-67e27c7d8759" providerId="AD" clId="Web-{B4510B56-3941-91B4-A39E-9912264A5141}" dt="2026-06-11T20:51:00.166" v="13" actId="1076"/>
        <pc:sldMkLst>
          <pc:docMk/>
          <pc:sldMk cId="713319340" sldId="276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0:51:00.166" v="13" actId="1076"/>
          <ac:spMkLst>
            <pc:docMk/>
            <pc:sldMk cId="713319340" sldId="276"/>
            <ac:spMk id="8" creationId="{E366DA05-7A57-FD0C-E3C6-9AF0B3E9857B}"/>
          </ac:spMkLst>
        </pc:spChg>
        <pc:picChg chg="mod">
          <ac:chgData name="Bowden, Lacey (hunt3247@vandals.uidaho.edu)" userId="S::hunt3247@vandals.uidaho.edu::00e36877-4d68-474a-9cab-67e27c7d8759" providerId="AD" clId="Web-{B4510B56-3941-91B4-A39E-9912264A5141}" dt="2026-06-11T20:49:48.290" v="3" actId="1076"/>
          <ac:picMkLst>
            <pc:docMk/>
            <pc:sldMk cId="713319340" sldId="276"/>
            <ac:picMk id="5" creationId="{A2EE2AAC-EFD3-12B3-5E11-44D1788C3975}"/>
          </ac:picMkLst>
        </pc:picChg>
      </pc:sldChg>
      <pc:sldChg chg="modSp add ord replId">
        <pc:chgData name="Bowden, Lacey (hunt3247@vandals.uidaho.edu)" userId="S::hunt3247@vandals.uidaho.edu::00e36877-4d68-474a-9cab-67e27c7d8759" providerId="AD" clId="Web-{B4510B56-3941-91B4-A39E-9912264A5141}" dt="2026-06-11T20:51:19.947" v="31"/>
        <pc:sldMkLst>
          <pc:docMk/>
          <pc:sldMk cId="620184455" sldId="277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0:50:51.572" v="12" actId="1076"/>
          <ac:spMkLst>
            <pc:docMk/>
            <pc:sldMk cId="620184455" sldId="277"/>
            <ac:spMk id="8" creationId="{1FEC6752-DF12-F6A5-7E36-1093078A7465}"/>
          </ac:spMkLst>
        </pc:spChg>
        <pc:picChg chg="mod">
          <ac:chgData name="Bowden, Lacey (hunt3247@vandals.uidaho.edu)" userId="S::hunt3247@vandals.uidaho.edu::00e36877-4d68-474a-9cab-67e27c7d8759" providerId="AD" clId="Web-{B4510B56-3941-91B4-A39E-9912264A5141}" dt="2026-06-11T20:50:44.587" v="10" actId="1076"/>
          <ac:picMkLst>
            <pc:docMk/>
            <pc:sldMk cId="620184455" sldId="277"/>
            <ac:picMk id="5" creationId="{7DAB8F91-B0A8-26B1-52A6-928E1D478232}"/>
          </ac:picMkLst>
        </pc:picChg>
      </pc:sldChg>
      <pc:sldChg chg="modSp new">
        <pc:chgData name="Bowden, Lacey (hunt3247@vandals.uidaho.edu)" userId="S::hunt3247@vandals.uidaho.edu::00e36877-4d68-474a-9cab-67e27c7d8759" providerId="AD" clId="Web-{B4510B56-3941-91B4-A39E-9912264A5141}" dt="2026-06-11T20:54:56.965" v="252" actId="20577"/>
        <pc:sldMkLst>
          <pc:docMk/>
          <pc:sldMk cId="2284306315" sldId="278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0:52:51.932" v="85" actId="20577"/>
          <ac:spMkLst>
            <pc:docMk/>
            <pc:sldMk cId="2284306315" sldId="278"/>
            <ac:spMk id="2" creationId="{D42F83F5-85BB-EDDC-7D8C-9E775B9FE59D}"/>
          </ac:spMkLst>
        </pc:spChg>
        <pc:spChg chg="mod">
          <ac:chgData name="Bowden, Lacey (hunt3247@vandals.uidaho.edu)" userId="S::hunt3247@vandals.uidaho.edu::00e36877-4d68-474a-9cab-67e27c7d8759" providerId="AD" clId="Web-{B4510B56-3941-91B4-A39E-9912264A5141}" dt="2026-06-11T20:54:56.965" v="252" actId="20577"/>
          <ac:spMkLst>
            <pc:docMk/>
            <pc:sldMk cId="2284306315" sldId="278"/>
            <ac:spMk id="3" creationId="{100D8E06-C69B-C17C-41D2-27A4B21E9154}"/>
          </ac:spMkLst>
        </pc:spChg>
      </pc:sldChg>
      <pc:sldChg chg="modSp new">
        <pc:chgData name="Bowden, Lacey (hunt3247@vandals.uidaho.edu)" userId="S::hunt3247@vandals.uidaho.edu::00e36877-4d68-474a-9cab-67e27c7d8759" providerId="AD" clId="Web-{B4510B56-3941-91B4-A39E-9912264A5141}" dt="2026-06-11T21:13:46.634" v="324" actId="20577"/>
        <pc:sldMkLst>
          <pc:docMk/>
          <pc:sldMk cId="3517367852" sldId="279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0:53:39.855" v="153" actId="20577"/>
          <ac:spMkLst>
            <pc:docMk/>
            <pc:sldMk cId="3517367852" sldId="279"/>
            <ac:spMk id="2" creationId="{BAC03BCB-47D7-1982-A20E-6A662622A5C4}"/>
          </ac:spMkLst>
        </pc:spChg>
        <pc:spChg chg="mod">
          <ac:chgData name="Bowden, Lacey (hunt3247@vandals.uidaho.edu)" userId="S::hunt3247@vandals.uidaho.edu::00e36877-4d68-474a-9cab-67e27c7d8759" providerId="AD" clId="Web-{B4510B56-3941-91B4-A39E-9912264A5141}" dt="2026-06-11T21:13:46.634" v="324" actId="20577"/>
          <ac:spMkLst>
            <pc:docMk/>
            <pc:sldMk cId="3517367852" sldId="279"/>
            <ac:spMk id="3" creationId="{D0623890-D08C-EDE2-E343-A92A5D669577}"/>
          </ac:spMkLst>
        </pc:spChg>
      </pc:sldChg>
      <pc:sldChg chg="addSp delSp modSp new ord">
        <pc:chgData name="Bowden, Lacey (hunt3247@vandals.uidaho.edu)" userId="S::hunt3247@vandals.uidaho.edu::00e36877-4d68-474a-9cab-67e27c7d8759" providerId="AD" clId="Web-{B4510B56-3941-91B4-A39E-9912264A5141}" dt="2026-06-11T22:17:16.894" v="450" actId="20577"/>
        <pc:sldMkLst>
          <pc:docMk/>
          <pc:sldMk cId="2651303290" sldId="280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2:17:16.894" v="450" actId="20577"/>
          <ac:spMkLst>
            <pc:docMk/>
            <pc:sldMk cId="2651303290" sldId="280"/>
            <ac:spMk id="2" creationId="{6C42C550-440A-2843-E903-CFFE38EBA1E2}"/>
          </ac:spMkLst>
        </pc:spChg>
        <pc:spChg chg="mod">
          <ac:chgData name="Bowden, Lacey (hunt3247@vandals.uidaho.edu)" userId="S::hunt3247@vandals.uidaho.edu::00e36877-4d68-474a-9cab-67e27c7d8759" providerId="AD" clId="Web-{B4510B56-3941-91B4-A39E-9912264A5141}" dt="2026-06-11T21:05:13.785" v="269" actId="20577"/>
          <ac:spMkLst>
            <pc:docMk/>
            <pc:sldMk cId="2651303290" sldId="280"/>
            <ac:spMk id="3" creationId="{C00F3F68-24DC-0751-CF62-783CBAF39E14}"/>
          </ac:spMkLst>
        </pc:spChg>
        <pc:picChg chg="add del mod">
          <ac:chgData name="Bowden, Lacey (hunt3247@vandals.uidaho.edu)" userId="S::hunt3247@vandals.uidaho.edu::00e36877-4d68-474a-9cab-67e27c7d8759" providerId="AD" clId="Web-{B4510B56-3941-91B4-A39E-9912264A5141}" dt="2026-06-11T21:07:30.771" v="271"/>
          <ac:picMkLst>
            <pc:docMk/>
            <pc:sldMk cId="2651303290" sldId="280"/>
            <ac:picMk id="4" creationId="{70753780-758F-0A8A-591E-F017E2632CED}"/>
          </ac:picMkLst>
        </pc:picChg>
        <pc:picChg chg="add mod">
          <ac:chgData name="Bowden, Lacey (hunt3247@vandals.uidaho.edu)" userId="S::hunt3247@vandals.uidaho.edu::00e36877-4d68-474a-9cab-67e27c7d8759" providerId="AD" clId="Web-{B4510B56-3941-91B4-A39E-9912264A5141}" dt="2026-06-11T21:08:10.959" v="275" actId="1076"/>
          <ac:picMkLst>
            <pc:docMk/>
            <pc:sldMk cId="2651303290" sldId="280"/>
            <ac:picMk id="5" creationId="{425ADA66-FF3E-1A18-86C5-43DBE439337E}"/>
          </ac:picMkLst>
        </pc:picChg>
      </pc:sldChg>
      <pc:sldChg chg="modSp new">
        <pc:chgData name="Bowden, Lacey (hunt3247@vandals.uidaho.edu)" userId="S::hunt3247@vandals.uidaho.edu::00e36877-4d68-474a-9cab-67e27c7d8759" providerId="AD" clId="Web-{B4510B56-3941-91B4-A39E-9912264A5141}" dt="2026-06-11T22:24:28.768" v="465" actId="20577"/>
        <pc:sldMkLst>
          <pc:docMk/>
          <pc:sldMk cId="2680833595" sldId="281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1:31:14.627" v="331" actId="20577"/>
          <ac:spMkLst>
            <pc:docMk/>
            <pc:sldMk cId="2680833595" sldId="281"/>
            <ac:spMk id="2" creationId="{F710AE39-F69E-2BA5-8907-5E79D6CB0F1B}"/>
          </ac:spMkLst>
        </pc:spChg>
        <pc:spChg chg="mod">
          <ac:chgData name="Bowden, Lacey (hunt3247@vandals.uidaho.edu)" userId="S::hunt3247@vandals.uidaho.edu::00e36877-4d68-474a-9cab-67e27c7d8759" providerId="AD" clId="Web-{B4510B56-3941-91B4-A39E-9912264A5141}" dt="2026-06-11T22:24:28.768" v="465" actId="20577"/>
          <ac:spMkLst>
            <pc:docMk/>
            <pc:sldMk cId="2680833595" sldId="281"/>
            <ac:spMk id="3" creationId="{48FAFC24-BFEA-8EDD-38D7-FA8621A0A590}"/>
          </ac:spMkLst>
        </pc:spChg>
      </pc:sldChg>
      <pc:sldChg chg="modSp new">
        <pc:chgData name="Bowden, Lacey (hunt3247@vandals.uidaho.edu)" userId="S::hunt3247@vandals.uidaho.edu::00e36877-4d68-474a-9cab-67e27c7d8759" providerId="AD" clId="Web-{B4510B56-3941-91B4-A39E-9912264A5141}" dt="2026-06-11T22:04:10.519" v="439" actId="20577"/>
        <pc:sldMkLst>
          <pc:docMk/>
          <pc:sldMk cId="1997963911" sldId="282"/>
        </pc:sldMkLst>
        <pc:spChg chg="mod">
          <ac:chgData name="Bowden, Lacey (hunt3247@vandals.uidaho.edu)" userId="S::hunt3247@vandals.uidaho.edu::00e36877-4d68-474a-9cab-67e27c7d8759" providerId="AD" clId="Web-{B4510B56-3941-91B4-A39E-9912264A5141}" dt="2026-06-11T22:04:10.519" v="439" actId="20577"/>
          <ac:spMkLst>
            <pc:docMk/>
            <pc:sldMk cId="1997963911" sldId="282"/>
            <ac:spMk id="2" creationId="{C0FFF303-E0C2-6713-AC8D-9ACD893E95D5}"/>
          </ac:spMkLst>
        </pc:spChg>
      </pc:sldChg>
    </pc:docChg>
  </pc:docChgLst>
  <pc:docChgLst>
    <pc:chgData name="Bowden, Lacey (hunt3247@vandals.uidaho.edu)" userId="S::hunt3247@vandals.uidaho.edu::00e36877-4d68-474a-9cab-67e27c7d8759" providerId="AD" clId="Web-{EBDE582A-A0F5-85E0-3A1D-0DFC7180670A}"/>
    <pc:docChg chg="modSld">
      <pc:chgData name="Bowden, Lacey (hunt3247@vandals.uidaho.edu)" userId="S::hunt3247@vandals.uidaho.edu::00e36877-4d68-474a-9cab-67e27c7d8759" providerId="AD" clId="Web-{EBDE582A-A0F5-85E0-3A1D-0DFC7180670A}" dt="2026-06-12T17:44:29.049" v="17" actId="20577"/>
      <pc:docMkLst>
        <pc:docMk/>
      </pc:docMkLst>
      <pc:sldChg chg="modSp">
        <pc:chgData name="Bowden, Lacey (hunt3247@vandals.uidaho.edu)" userId="S::hunt3247@vandals.uidaho.edu::00e36877-4d68-474a-9cab-67e27c7d8759" providerId="AD" clId="Web-{EBDE582A-A0F5-85E0-3A1D-0DFC7180670A}" dt="2026-06-12T17:44:29.049" v="17" actId="20577"/>
        <pc:sldMkLst>
          <pc:docMk/>
          <pc:sldMk cId="2680833595" sldId="281"/>
        </pc:sldMkLst>
        <pc:spChg chg="mod">
          <ac:chgData name="Bowden, Lacey (hunt3247@vandals.uidaho.edu)" userId="S::hunt3247@vandals.uidaho.edu::00e36877-4d68-474a-9cab-67e27c7d8759" providerId="AD" clId="Web-{EBDE582A-A0F5-85E0-3A1D-0DFC7180670A}" dt="2026-06-12T17:44:29.049" v="17" actId="20577"/>
          <ac:spMkLst>
            <pc:docMk/>
            <pc:sldMk cId="2680833595" sldId="281"/>
            <ac:spMk id="3" creationId="{48FAFC24-BFEA-8EDD-38D7-FA8621A0A590}"/>
          </ac:spMkLst>
        </pc:spChg>
      </pc:sldChg>
    </pc:docChg>
  </pc:docChgLst>
  <pc:docChgLst>
    <pc:chgData clId="Web-{B4510B56-3941-91B4-A39E-9912264A5141}"/>
    <pc:docChg chg="modSld">
      <pc:chgData name="" userId="" providerId="" clId="Web-{B4510B56-3941-91B4-A39E-9912264A5141}" dt="2026-06-11T20:48:48.195" v="12" actId="20577"/>
      <pc:docMkLst>
        <pc:docMk/>
      </pc:docMkLst>
      <pc:sldChg chg="modSp">
        <pc:chgData name="" userId="" providerId="" clId="Web-{B4510B56-3941-91B4-A39E-9912264A5141}" dt="2026-06-11T20:48:48.195" v="12" actId="20577"/>
        <pc:sldMkLst>
          <pc:docMk/>
          <pc:sldMk cId="109857222" sldId="256"/>
        </pc:sldMkLst>
        <pc:spChg chg="mod">
          <ac:chgData name="" userId="" providerId="" clId="Web-{B4510B56-3941-91B4-A39E-9912264A5141}" dt="2026-06-11T20:48:48.195" v="1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Wing, Kevin (wing5640@vandals.uidaho.edu)" userId="S::wing5640@vandals.uidaho.edu::55948c75-8143-4574-b38a-48f2e1447b33" providerId="AD" clId="Web-{E49E6B4D-A65F-1CD8-CF8B-20E9D77BF714}"/>
    <pc:docChg chg="modSld">
      <pc:chgData name="Wing, Kevin (wing5640@vandals.uidaho.edu)" userId="S::wing5640@vandals.uidaho.edu::55948c75-8143-4574-b38a-48f2e1447b33" providerId="AD" clId="Web-{E49E6B4D-A65F-1CD8-CF8B-20E9D77BF714}" dt="2026-06-12T09:42:18.500" v="152" actId="20577"/>
      <pc:docMkLst>
        <pc:docMk/>
      </pc:docMkLst>
      <pc:sldChg chg="modSp">
        <pc:chgData name="Wing, Kevin (wing5640@vandals.uidaho.edu)" userId="S::wing5640@vandals.uidaho.edu::55948c75-8143-4574-b38a-48f2e1447b33" providerId="AD" clId="Web-{E49E6B4D-A65F-1CD8-CF8B-20E9D77BF714}" dt="2026-06-12T09:42:18.500" v="152" actId="20577"/>
        <pc:sldMkLst>
          <pc:docMk/>
          <pc:sldMk cId="1997963911" sldId="282"/>
        </pc:sldMkLst>
        <pc:spChg chg="mod">
          <ac:chgData name="Wing, Kevin (wing5640@vandals.uidaho.edu)" userId="S::wing5640@vandals.uidaho.edu::55948c75-8143-4574-b38a-48f2e1447b33" providerId="AD" clId="Web-{E49E6B4D-A65F-1CD8-CF8B-20E9D77BF714}" dt="2026-06-12T09:42:18.500" v="152" actId="20577"/>
          <ac:spMkLst>
            <pc:docMk/>
            <pc:sldMk cId="1997963911" sldId="282"/>
            <ac:spMk id="3" creationId="{55931BD0-8A50-5AC6-9751-1E07EF287C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pin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aceyhunt/robots_bootcamp_2026/tree/mast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pin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Python Drivers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Robotics Bootcamp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5B36-BFD0-EA05-E55B-C3386FA3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F525-7B22-FC0C-7890-6B0DE77E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2EC37-88AB-35A9-7D6D-84094099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840" y="1683385"/>
            <a:ext cx="7366000" cy="50828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 to Robots and robot types</a:t>
            </a:r>
          </a:p>
          <a:p>
            <a:r>
              <a:rPr lang="en-US"/>
              <a:t>Meet our robots</a:t>
            </a:r>
          </a:p>
          <a:p>
            <a:r>
              <a:rPr lang="en-US"/>
              <a:t>Lab safety</a:t>
            </a:r>
            <a:endParaRPr lang="en-US" dirty="0"/>
          </a:p>
          <a:p>
            <a:r>
              <a:rPr lang="en-US"/>
              <a:t>Install/go over Python drivers</a:t>
            </a:r>
          </a:p>
          <a:p>
            <a:r>
              <a:rPr lang="en-US" b="1"/>
              <a:t>LUNCH</a:t>
            </a:r>
            <a:endParaRPr lang="en-US" b="1" dirty="0"/>
          </a:p>
          <a:p>
            <a:r>
              <a:rPr lang="en-US"/>
              <a:t>Brief Lab Tour</a:t>
            </a:r>
            <a:endParaRPr lang="en-US" dirty="0"/>
          </a:p>
          <a:p>
            <a:r>
              <a:rPr lang="en-US"/>
              <a:t>Teaching Pendant Lab</a:t>
            </a:r>
          </a:p>
          <a:p>
            <a:r>
              <a:rPr lang="en-US"/>
              <a:t>Python Lab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extra time: switch robots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E2AAC-EFD3-12B3-5E11-44D1788C3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909354" y="2724331"/>
            <a:ext cx="726440" cy="77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66DA05-7A57-FD0C-E3C6-9AF0B3E9857B}"/>
              </a:ext>
            </a:extLst>
          </p:cNvPr>
          <p:cNvSpPr txBox="1"/>
          <p:nvPr/>
        </p:nvSpPr>
        <p:spPr>
          <a:xfrm>
            <a:off x="636451" y="3082834"/>
            <a:ext cx="14325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are here.</a:t>
            </a:r>
          </a:p>
        </p:txBody>
      </p:sp>
    </p:spTree>
    <p:extLst>
      <p:ext uri="{BB962C8B-B14F-4D97-AF65-F5344CB8AC3E}">
        <p14:creationId xmlns:p14="http://schemas.microsoft.com/office/powerpoint/2010/main" val="71331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83F5-85BB-EDDC-7D8C-9E775B9F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use Python drivers?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D8E06-C69B-C17C-41D2-27A4B21E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TP programs are limited in what they can do</a:t>
            </a:r>
          </a:p>
          <a:p>
            <a:r>
              <a:rPr lang="en-US"/>
              <a:t>Still used a lot in industry, but still limited</a:t>
            </a:r>
            <a:endParaRPr lang="en-US" dirty="0"/>
          </a:p>
          <a:p>
            <a:r>
              <a:rPr lang="en-US"/>
              <a:t>Python provides flexibility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Machine Vision integration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Inter-robot communication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Etc...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30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3BCB-47D7-1982-A20E-6A662622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it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23890-D08C-EDE2-E343-A92A5D66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robot TP runs a program continuously reading and updating its registers.</a:t>
            </a:r>
          </a:p>
          <a:p>
            <a:r>
              <a:rPr lang="en-US"/>
              <a:t>The Python program sets movement/gripper registers and handles all logic.</a:t>
            </a:r>
          </a:p>
          <a:p>
            <a:r>
              <a:rPr lang="en-US"/>
              <a:t>Python writes to robot controller registers via Ethernet-IP.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6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AE39-F69E-2BA5-8907-5E79D6CB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FANUC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AFC24-BFEA-8EDD-38D7-FA8621A0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Navigate to the </a:t>
            </a:r>
            <a:r>
              <a:rPr lang="en-US" dirty="0" err="1">
                <a:ea typeface="+mn-lt"/>
                <a:cs typeface="+mn-lt"/>
              </a:rPr>
              <a:t>Github</a:t>
            </a:r>
            <a:r>
              <a:rPr lang="en-US" dirty="0">
                <a:ea typeface="+mn-lt"/>
                <a:cs typeface="+mn-lt"/>
              </a:rPr>
              <a:t> repository: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  <a:hlinkClick r:id="rId2"/>
              </a:rPr>
              <a:t>https://github.com/laceyhunt/robots_bootcamp_2026/tree/master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Clone it (or download as a ZIP) and open it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Activate your Python environment and run: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     pip3 install pycomm3   OR    </a:t>
            </a:r>
            <a:r>
              <a:rPr lang="en-US" dirty="0" err="1">
                <a:ea typeface="+mn-lt"/>
                <a:cs typeface="+mn-lt"/>
              </a:rPr>
              <a:t>conda</a:t>
            </a:r>
            <a:r>
              <a:rPr lang="en-US" dirty="0">
                <a:ea typeface="+mn-lt"/>
                <a:cs typeface="+mn-lt"/>
              </a:rPr>
              <a:t> install pycomm3</a:t>
            </a:r>
          </a:p>
        </p:txBody>
      </p:sp>
    </p:spTree>
    <p:extLst>
      <p:ext uri="{BB962C8B-B14F-4D97-AF65-F5344CB8AC3E}">
        <p14:creationId xmlns:p14="http://schemas.microsoft.com/office/powerpoint/2010/main" val="268083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F303-E0C2-6713-AC8D-9ACD893E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StdBot</a:t>
            </a:r>
            <a:r>
              <a:rPr lang="en-US" dirty="0"/>
              <a:t>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31BD0-8A50-5AC6-9751-1E07EF287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Open the '</a:t>
            </a:r>
            <a:r>
              <a:rPr lang="en-US" dirty="0" err="1"/>
              <a:t>standard_bot</a:t>
            </a:r>
            <a:r>
              <a:rPr lang="en-US" dirty="0"/>
              <a:t>' folder in the terminal</a:t>
            </a:r>
          </a:p>
          <a:p>
            <a:r>
              <a:rPr lang="en-US" dirty="0"/>
              <a:t>Ensure a python virtual environment (</a:t>
            </a:r>
            <a:r>
              <a:rPr lang="en-US" dirty="0" err="1"/>
              <a:t>conda</a:t>
            </a:r>
            <a:r>
              <a:rPr lang="en-US" dirty="0"/>
              <a:t>, </a:t>
            </a:r>
            <a:r>
              <a:rPr lang="en-US" dirty="0" err="1"/>
              <a:t>venv</a:t>
            </a:r>
            <a:r>
              <a:rPr lang="en-US" dirty="0"/>
              <a:t>, etc.) is active</a:t>
            </a:r>
          </a:p>
          <a:p>
            <a:r>
              <a:rPr lang="en-US" dirty="0"/>
              <a:t>Run 'pip install –r </a:t>
            </a:r>
            <a:r>
              <a:rPr lang="en-US"/>
              <a:t>requirements.txt'</a:t>
            </a:r>
          </a:p>
          <a:p>
            <a:r>
              <a:rPr lang="en-US" dirty="0"/>
              <a:t>Open 'standard_bot.py' in Visual </a:t>
            </a:r>
            <a:r>
              <a:rPr lang="en-US" dirty="0" err="1"/>
              <a:t>Studion</a:t>
            </a:r>
            <a:r>
              <a:rPr lang="en-US" dirty="0"/>
              <a:t> Code</a:t>
            </a:r>
          </a:p>
          <a:p>
            <a:r>
              <a:rPr lang="en-US" dirty="0"/>
              <a:t>The folder contains several files: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Standard_bot.py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Get_pose</a:t>
            </a:r>
            <a:r>
              <a:rPr lang="en-US" dirty="0"/>
              <a:t>.py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Requirements.txt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Positions.py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963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199A0-0DF7-7EFB-6775-680E41C0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Lunch </a:t>
            </a:r>
            <a:r>
              <a:rPr lang="en-US" dirty="0"/>
              <a:t>Lab 1: 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8BBF6-D342-2541-F320-E61DD1B98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57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Whichever Robot you choose to work with, you will first make a TP program to...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3910CC-2E8C-C47C-6359-CB20F2F0465D}"/>
              </a:ext>
            </a:extLst>
          </p:cNvPr>
          <p:cNvSpPr txBox="1">
            <a:spLocks/>
          </p:cNvSpPr>
          <p:nvPr/>
        </p:nvSpPr>
        <p:spPr>
          <a:xfrm>
            <a:off x="3048989" y="2908259"/>
            <a:ext cx="6181107" cy="2540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en-US" dirty="0"/>
              <a:t>Go to home </a:t>
            </a:r>
            <a:r>
              <a:rPr lang="en-US"/>
              <a:t>locatio</a:t>
            </a:r>
            <a:r>
              <a:rPr lang="en-US" dirty="0"/>
              <a:t>n</a:t>
            </a:r>
          </a:p>
          <a:p>
            <a:pPr marL="514350" indent="-514350">
              <a:buAutoNum type="arabicPeriod"/>
            </a:pPr>
            <a:r>
              <a:rPr lang="en-US"/>
              <a:t>Pick up a die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/>
              <a:t>Move the die</a:t>
            </a:r>
          </a:p>
          <a:p>
            <a:pPr marL="514350" indent="-514350">
              <a:buAutoNum type="arabicPeriod"/>
            </a:pPr>
            <a:r>
              <a:rPr lang="en-US"/>
              <a:t>Place die somewhere new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/>
              <a:t>Return home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48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FBD2-1502-7323-A244-88033526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After Lunch Lab 2: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E851-AEC7-C4C2-6F41-72F2CE446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/>
              <a:t>Home Robot</a:t>
            </a:r>
          </a:p>
          <a:p>
            <a:pPr>
              <a:buNone/>
            </a:pPr>
            <a:r>
              <a:rPr lang="en-US"/>
              <a:t>Pick up die</a:t>
            </a:r>
          </a:p>
          <a:p>
            <a:pPr>
              <a:buNone/>
            </a:pPr>
            <a:r>
              <a:rPr lang="en-US"/>
              <a:t>Place on conveyor</a:t>
            </a:r>
          </a:p>
          <a:p>
            <a:pPr>
              <a:buNone/>
            </a:pPr>
            <a:r>
              <a:rPr lang="en-US"/>
              <a:t>Turn on conveyor</a:t>
            </a:r>
          </a:p>
          <a:p>
            <a:pPr>
              <a:buNone/>
            </a:pPr>
            <a:r>
              <a:rPr lang="en-US"/>
              <a:t>Stop conveyor once die reaches proximity sensor</a:t>
            </a:r>
          </a:p>
          <a:p>
            <a:pPr>
              <a:buNone/>
            </a:pPr>
            <a:r>
              <a:rPr lang="en-US"/>
              <a:t>Pick up die</a:t>
            </a:r>
          </a:p>
          <a:p>
            <a:pPr>
              <a:buNone/>
            </a:pPr>
            <a:r>
              <a:rPr lang="en-US"/>
              <a:t>Place die back at start</a:t>
            </a:r>
          </a:p>
          <a:p>
            <a:pPr>
              <a:buNone/>
            </a:pPr>
            <a:r>
              <a:rPr lang="en-US"/>
              <a:t>Go back home</a:t>
            </a:r>
          </a:p>
        </p:txBody>
      </p:sp>
    </p:spTree>
    <p:extLst>
      <p:ext uri="{BB962C8B-B14F-4D97-AF65-F5344CB8AC3E}">
        <p14:creationId xmlns:p14="http://schemas.microsoft.com/office/powerpoint/2010/main" val="135949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C550-440A-2843-E903-CFFE38EB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we are down there, log into </a:t>
            </a:r>
            <a:r>
              <a:rPr lang="en-US" dirty="0" err="1"/>
              <a:t>WiFi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F3F68-24DC-0751-CF62-783CBAF39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Network: CDA Robot</a:t>
            </a:r>
          </a:p>
          <a:p>
            <a:r>
              <a:rPr lang="en-US"/>
              <a:t>Password: 12345678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ADA66-FF3E-1A18-86C5-43DBE4393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1" y="2915104"/>
            <a:ext cx="8010071" cy="360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0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DCB88-D578-4C88-3F8F-CBAA6D0F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BE3B-7893-A160-1B5A-061611F2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 of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FEC76-EA65-F78D-3CE6-C7ADADED3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2840" y="1683385"/>
            <a:ext cx="7366000" cy="50828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Introduction to Robots and robot types</a:t>
            </a:r>
          </a:p>
          <a:p>
            <a:r>
              <a:rPr lang="en-US"/>
              <a:t>Meet our robots</a:t>
            </a:r>
          </a:p>
          <a:p>
            <a:r>
              <a:rPr lang="en-US"/>
              <a:t>Lab safety</a:t>
            </a:r>
            <a:endParaRPr lang="en-US" dirty="0"/>
          </a:p>
          <a:p>
            <a:r>
              <a:rPr lang="en-US"/>
              <a:t>Install/go over Python drivers</a:t>
            </a:r>
          </a:p>
          <a:p>
            <a:r>
              <a:rPr lang="en-US" b="1"/>
              <a:t>LUNCH</a:t>
            </a:r>
            <a:endParaRPr lang="en-US" b="1" dirty="0"/>
          </a:p>
          <a:p>
            <a:r>
              <a:rPr lang="en-US"/>
              <a:t>Brief Lab Tour</a:t>
            </a:r>
            <a:endParaRPr lang="en-US" dirty="0"/>
          </a:p>
          <a:p>
            <a:r>
              <a:rPr lang="en-US"/>
              <a:t>Teaching Pendant Lab</a:t>
            </a:r>
          </a:p>
          <a:p>
            <a:r>
              <a:rPr lang="en-US"/>
              <a:t>Python Lab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extra time: switch robots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B8F91-B0A8-26B1-52A6-928E1D478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936568" y="3250474"/>
            <a:ext cx="735511" cy="77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EC6752-DF12-F6A5-7E36-1093078A7465}"/>
              </a:ext>
            </a:extLst>
          </p:cNvPr>
          <p:cNvSpPr txBox="1"/>
          <p:nvPr/>
        </p:nvSpPr>
        <p:spPr>
          <a:xfrm>
            <a:off x="745308" y="3726905"/>
            <a:ext cx="14416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are here.</a:t>
            </a:r>
          </a:p>
        </p:txBody>
      </p:sp>
    </p:spTree>
    <p:extLst>
      <p:ext uri="{BB962C8B-B14F-4D97-AF65-F5344CB8AC3E}">
        <p14:creationId xmlns:p14="http://schemas.microsoft.com/office/powerpoint/2010/main" val="620184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Python Drivers</vt:lpstr>
      <vt:lpstr>Outline of Today</vt:lpstr>
      <vt:lpstr>Why use Python drivers?</vt:lpstr>
      <vt:lpstr>How does it work?</vt:lpstr>
      <vt:lpstr>FANUC Driver</vt:lpstr>
      <vt:lpstr>StdBot Driver</vt:lpstr>
      <vt:lpstr>After Lunch Lab 1: TP</vt:lpstr>
      <vt:lpstr>After Lunch Lab 2: Python</vt:lpstr>
      <vt:lpstr>When we are down there, log into WiFi</vt:lpstr>
      <vt:lpstr>Outline of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136</cp:revision>
  <dcterms:created xsi:type="dcterms:W3CDTF">2026-06-11T20:48:38Z</dcterms:created>
  <dcterms:modified xsi:type="dcterms:W3CDTF">2026-06-12T17:44:40Z</dcterms:modified>
</cp:coreProperties>
</file>