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4" r:id="rId4"/>
    <p:sldMasterId id="2147484317" r:id="rId5"/>
    <p:sldMasterId id="2147484326" r:id="rId6"/>
    <p:sldMasterId id="2147484315" r:id="rId7"/>
    <p:sldMasterId id="2147484316" r:id="rId8"/>
  </p:sldMasterIdLst>
  <p:notesMasterIdLst>
    <p:notesMasterId r:id="rId21"/>
  </p:notesMasterIdLst>
  <p:handoutMasterIdLst>
    <p:handoutMasterId r:id="rId22"/>
  </p:handoutMasterIdLst>
  <p:sldIdLst>
    <p:sldId id="261" r:id="rId9"/>
    <p:sldId id="267" r:id="rId10"/>
    <p:sldId id="268" r:id="rId11"/>
    <p:sldId id="270" r:id="rId12"/>
    <p:sldId id="271" r:id="rId13"/>
    <p:sldId id="272" r:id="rId14"/>
    <p:sldId id="274" r:id="rId15"/>
    <p:sldId id="273" r:id="rId16"/>
    <p:sldId id="263" r:id="rId17"/>
    <p:sldId id="264" r:id="rId18"/>
    <p:sldId id="265" r:id="rId19"/>
    <p:sldId id="266" r:id="rId20"/>
  </p:sldIdLst>
  <p:sldSz cx="24385588" cy="13717588"/>
  <p:notesSz cx="6858000" cy="9144000"/>
  <p:defaultTextStyle>
    <a:defPPr>
      <a:defRPr lang="ru-RU"/>
    </a:defPPr>
    <a:lvl1pPr marL="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21904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2438092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3657139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4876186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609523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61"/>
            <p14:sldId id="267"/>
            <p14:sldId id="268"/>
            <p14:sldId id="270"/>
            <p14:sldId id="271"/>
            <p14:sldId id="272"/>
            <p14:sldId id="274"/>
            <p14:sldId id="273"/>
          </p14:sldIdLst>
        </p14:section>
        <p14:section name="EXTRAS" id="{931BC854-6397-194B-8BA4-F30C6897EFB4}">
          <p14:sldIdLst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71A"/>
    <a:srgbClr val="E1E1E1"/>
    <a:srgbClr val="FFFFFF"/>
    <a:srgbClr val="649FFF"/>
    <a:srgbClr val="F2F2F2"/>
    <a:srgbClr val="FAFAFA"/>
    <a:srgbClr val="242529"/>
    <a:srgbClr val="D1D9E1"/>
    <a:srgbClr val="99CC00"/>
    <a:srgbClr val="EAC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0763A-B529-4D40-BE72-A7FED3DB97B0}" v="12" dt="2026-06-12T16:03:01.059"/>
    <p1510:client id="{68CE0C29-D6CA-8B0B-1998-D8F71298E626}" v="290" dt="2026-06-12T16:55:54.954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52" autoAdjust="0"/>
  </p:normalViewPr>
  <p:slideViewPr>
    <p:cSldViewPr>
      <p:cViewPr varScale="1">
        <p:scale>
          <a:sx n="56" d="100"/>
          <a:sy n="56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93008"/>
    </p:cViewPr>
  </p:sorterViewPr>
  <p:notesViewPr>
    <p:cSldViewPr>
      <p:cViewPr varScale="1">
        <p:scale>
          <a:sx n="154" d="100"/>
          <a:sy n="154" d="100"/>
        </p:scale>
        <p:origin x="474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ng, Kevin (wing5640@vandals.uidaho.edu)" userId="S::wing5640@vandals.uidaho.edu::55948c75-8143-4574-b38a-48f2e1447b33" providerId="AD" clId="Web-{68CE0C29-D6CA-8B0B-1998-D8F71298E626}"/>
    <pc:docChg chg="addSld delSld modSld modSection">
      <pc:chgData name="Wing, Kevin (wing5640@vandals.uidaho.edu)" userId="S::wing5640@vandals.uidaho.edu::55948c75-8143-4574-b38a-48f2e1447b33" providerId="AD" clId="Web-{68CE0C29-D6CA-8B0B-1998-D8F71298E626}" dt="2026-06-12T16:55:53.032" v="156" actId="14100"/>
      <pc:docMkLst>
        <pc:docMk/>
      </pc:docMkLst>
      <pc:sldChg chg="del">
        <pc:chgData name="Wing, Kevin (wing5640@vandals.uidaho.edu)" userId="S::wing5640@vandals.uidaho.edu::55948c75-8143-4574-b38a-48f2e1447b33" providerId="AD" clId="Web-{68CE0C29-D6CA-8B0B-1998-D8F71298E626}" dt="2026-06-12T16:25:27.302" v="0"/>
        <pc:sldMkLst>
          <pc:docMk/>
          <pc:sldMk cId="1373205561" sldId="262"/>
        </pc:sldMkLst>
      </pc:sldChg>
      <pc:sldChg chg="modSp">
        <pc:chgData name="Wing, Kevin (wing5640@vandals.uidaho.edu)" userId="S::wing5640@vandals.uidaho.edu::55948c75-8143-4574-b38a-48f2e1447b33" providerId="AD" clId="Web-{68CE0C29-D6CA-8B0B-1998-D8F71298E626}" dt="2026-06-12T16:48:02.656" v="39" actId="20577"/>
        <pc:sldMkLst>
          <pc:docMk/>
          <pc:sldMk cId="2733195230" sldId="267"/>
        </pc:sldMkLst>
        <pc:spChg chg="mod">
          <ac:chgData name="Wing, Kevin (wing5640@vandals.uidaho.edu)" userId="S::wing5640@vandals.uidaho.edu::55948c75-8143-4574-b38a-48f2e1447b33" providerId="AD" clId="Web-{68CE0C29-D6CA-8B0B-1998-D8F71298E626}" dt="2026-06-12T16:48:02.656" v="39" actId="20577"/>
          <ac:spMkLst>
            <pc:docMk/>
            <pc:sldMk cId="2733195230" sldId="267"/>
            <ac:spMk id="2" creationId="{82993143-9033-82CD-6DB2-852D14FF4721}"/>
          </ac:spMkLst>
        </pc:spChg>
      </pc:sldChg>
      <pc:sldChg chg="modSp">
        <pc:chgData name="Wing, Kevin (wing5640@vandals.uidaho.edu)" userId="S::wing5640@vandals.uidaho.edu::55948c75-8143-4574-b38a-48f2e1447b33" providerId="AD" clId="Web-{68CE0C29-D6CA-8B0B-1998-D8F71298E626}" dt="2026-06-12T16:53:39.641" v="149"/>
        <pc:sldMkLst>
          <pc:docMk/>
          <pc:sldMk cId="2608703171" sldId="268"/>
        </pc:sldMkLst>
        <pc:spChg chg="mod">
          <ac:chgData name="Wing, Kevin (wing5640@vandals.uidaho.edu)" userId="S::wing5640@vandals.uidaho.edu::55948c75-8143-4574-b38a-48f2e1447b33" providerId="AD" clId="Web-{68CE0C29-D6CA-8B0B-1998-D8F71298E626}" dt="2026-06-12T16:44:36.843" v="5" actId="20577"/>
          <ac:spMkLst>
            <pc:docMk/>
            <pc:sldMk cId="2608703171" sldId="268"/>
            <ac:spMk id="12" creationId="{C1414341-DA5C-2647-3C50-69B9D146561D}"/>
          </ac:spMkLst>
        </pc:spChg>
        <pc:picChg chg="mod">
          <ac:chgData name="Wing, Kevin (wing5640@vandals.uidaho.edu)" userId="S::wing5640@vandals.uidaho.edu::55948c75-8143-4574-b38a-48f2e1447b33" providerId="AD" clId="Web-{68CE0C29-D6CA-8B0B-1998-D8F71298E626}" dt="2026-06-12T16:53:39.641" v="149"/>
          <ac:picMkLst>
            <pc:docMk/>
            <pc:sldMk cId="2608703171" sldId="268"/>
            <ac:picMk id="7" creationId="{2BCAB4C3-4C09-FBD9-D8C7-541D9E321CDF}"/>
          </ac:picMkLst>
        </pc:picChg>
      </pc:sldChg>
      <pc:sldChg chg="addSp delSp modSp del">
        <pc:chgData name="Wing, Kevin (wing5640@vandals.uidaho.edu)" userId="S::wing5640@vandals.uidaho.edu::55948c75-8143-4574-b38a-48f2e1447b33" providerId="AD" clId="Web-{68CE0C29-D6CA-8B0B-1998-D8F71298E626}" dt="2026-06-12T16:26:06.162" v="3"/>
        <pc:sldMkLst>
          <pc:docMk/>
          <pc:sldMk cId="3691473338" sldId="269"/>
        </pc:sldMkLst>
        <pc:spChg chg="del">
          <ac:chgData name="Wing, Kevin (wing5640@vandals.uidaho.edu)" userId="S::wing5640@vandals.uidaho.edu::55948c75-8143-4574-b38a-48f2e1447b33" providerId="AD" clId="Web-{68CE0C29-D6CA-8B0B-1998-D8F71298E626}" dt="2026-06-12T16:25:49.865" v="1"/>
          <ac:spMkLst>
            <pc:docMk/>
            <pc:sldMk cId="3691473338" sldId="269"/>
            <ac:spMk id="4" creationId="{1DE976D3-8AB4-497E-74F3-44D76B9E4B5F}"/>
          </ac:spMkLst>
        </pc:spChg>
        <pc:spChg chg="add mod">
          <ac:chgData name="Wing, Kevin (wing5640@vandals.uidaho.edu)" userId="S::wing5640@vandals.uidaho.edu::55948c75-8143-4574-b38a-48f2e1447b33" providerId="AD" clId="Web-{68CE0C29-D6CA-8B0B-1998-D8F71298E626}" dt="2026-06-12T16:25:49.865" v="1"/>
          <ac:spMkLst>
            <pc:docMk/>
            <pc:sldMk cId="3691473338" sldId="269"/>
            <ac:spMk id="5" creationId="{6B54D44E-4111-5AA3-A1E6-4526AC62B473}"/>
          </ac:spMkLst>
        </pc:spChg>
        <pc:spChg chg="mod">
          <ac:chgData name="Wing, Kevin (wing5640@vandals.uidaho.edu)" userId="S::wing5640@vandals.uidaho.edu::55948c75-8143-4574-b38a-48f2e1447b33" providerId="AD" clId="Web-{68CE0C29-D6CA-8B0B-1998-D8F71298E626}" dt="2026-06-12T16:26:00.459" v="2" actId="20577"/>
          <ac:spMkLst>
            <pc:docMk/>
            <pc:sldMk cId="3691473338" sldId="269"/>
            <ac:spMk id="10" creationId="{86B1FA41-849B-D377-D883-BE7AB7858864}"/>
          </ac:spMkLst>
        </pc:spChg>
      </pc:sldChg>
      <pc:sldChg chg="modSp">
        <pc:chgData name="Wing, Kevin (wing5640@vandals.uidaho.edu)" userId="S::wing5640@vandals.uidaho.edu::55948c75-8143-4574-b38a-48f2e1447b33" providerId="AD" clId="Web-{68CE0C29-D6CA-8B0B-1998-D8F71298E626}" dt="2026-06-12T16:52:43.688" v="148" actId="20577"/>
        <pc:sldMkLst>
          <pc:docMk/>
          <pc:sldMk cId="1457708500" sldId="270"/>
        </pc:sldMkLst>
        <pc:spChg chg="mod">
          <ac:chgData name="Wing, Kevin (wing5640@vandals.uidaho.edu)" userId="S::wing5640@vandals.uidaho.edu::55948c75-8143-4574-b38a-48f2e1447b33" providerId="AD" clId="Web-{68CE0C29-D6CA-8B0B-1998-D8F71298E626}" dt="2026-06-12T16:52:43.688" v="148" actId="20577"/>
          <ac:spMkLst>
            <pc:docMk/>
            <pc:sldMk cId="1457708500" sldId="270"/>
            <ac:spMk id="5" creationId="{6E7DD9D6-531F-0622-2411-0F07E09C74FC}"/>
          </ac:spMkLst>
        </pc:spChg>
      </pc:sldChg>
      <pc:sldChg chg="addSp modSp">
        <pc:chgData name="Wing, Kevin (wing5640@vandals.uidaho.edu)" userId="S::wing5640@vandals.uidaho.edu::55948c75-8143-4574-b38a-48f2e1447b33" providerId="AD" clId="Web-{68CE0C29-D6CA-8B0B-1998-D8F71298E626}" dt="2026-06-12T16:55:53.032" v="156" actId="14100"/>
        <pc:sldMkLst>
          <pc:docMk/>
          <pc:sldMk cId="3810746255" sldId="271"/>
        </pc:sldMkLst>
        <pc:picChg chg="add mod">
          <ac:chgData name="Wing, Kevin (wing5640@vandals.uidaho.edu)" userId="S::wing5640@vandals.uidaho.edu::55948c75-8143-4574-b38a-48f2e1447b33" providerId="AD" clId="Web-{68CE0C29-D6CA-8B0B-1998-D8F71298E626}" dt="2026-06-12T16:55:29.688" v="153" actId="1076"/>
          <ac:picMkLst>
            <pc:docMk/>
            <pc:sldMk cId="3810746255" sldId="271"/>
            <ac:picMk id="2" creationId="{7B8DEF6C-8CC4-645A-9AD5-A21EC02DE0BA}"/>
          </ac:picMkLst>
        </pc:picChg>
        <pc:picChg chg="add mod">
          <ac:chgData name="Wing, Kevin (wing5640@vandals.uidaho.edu)" userId="S::wing5640@vandals.uidaho.edu::55948c75-8143-4574-b38a-48f2e1447b33" providerId="AD" clId="Web-{68CE0C29-D6CA-8B0B-1998-D8F71298E626}" dt="2026-06-12T16:55:53.032" v="156" actId="14100"/>
          <ac:picMkLst>
            <pc:docMk/>
            <pc:sldMk cId="3810746255" sldId="271"/>
            <ac:picMk id="6" creationId="{7AC2EAB7-681C-EAAC-B213-A4516B4E72A1}"/>
          </ac:picMkLst>
        </pc:picChg>
      </pc:sldChg>
      <pc:sldChg chg="modSp">
        <pc:chgData name="Wing, Kevin (wing5640@vandals.uidaho.edu)" userId="S::wing5640@vandals.uidaho.edu::55948c75-8143-4574-b38a-48f2e1447b33" providerId="AD" clId="Web-{68CE0C29-D6CA-8B0B-1998-D8F71298E626}" dt="2026-06-12T16:44:57.640" v="8" actId="20577"/>
        <pc:sldMkLst>
          <pc:docMk/>
          <pc:sldMk cId="1898802811" sldId="273"/>
        </pc:sldMkLst>
        <pc:spChg chg="mod">
          <ac:chgData name="Wing, Kevin (wing5640@vandals.uidaho.edu)" userId="S::wing5640@vandals.uidaho.edu::55948c75-8143-4574-b38a-48f2e1447b33" providerId="AD" clId="Web-{68CE0C29-D6CA-8B0B-1998-D8F71298E626}" dt="2026-06-12T16:44:57.640" v="8" actId="20577"/>
          <ac:spMkLst>
            <pc:docMk/>
            <pc:sldMk cId="1898802811" sldId="273"/>
            <ac:spMk id="3" creationId="{04EE5AB9-7964-E45E-3F02-D1CABDA6FA97}"/>
          </ac:spMkLst>
        </pc:spChg>
      </pc:sldChg>
      <pc:sldChg chg="addSp delSp modSp new">
        <pc:chgData name="Wing, Kevin (wing5640@vandals.uidaho.edu)" userId="S::wing5640@vandals.uidaho.edu::55948c75-8143-4574-b38a-48f2e1447b33" providerId="AD" clId="Web-{68CE0C29-D6CA-8B0B-1998-D8F71298E626}" dt="2026-06-12T16:50:35.500" v="93" actId="1076"/>
        <pc:sldMkLst>
          <pc:docMk/>
          <pc:sldMk cId="1102408151" sldId="274"/>
        </pc:sldMkLst>
        <pc:spChg chg="del">
          <ac:chgData name="Wing, Kevin (wing5640@vandals.uidaho.edu)" userId="S::wing5640@vandals.uidaho.edu::55948c75-8143-4574-b38a-48f2e1447b33" providerId="AD" clId="Web-{68CE0C29-D6CA-8B0B-1998-D8F71298E626}" dt="2026-06-12T16:49:15.235" v="46"/>
          <ac:spMkLst>
            <pc:docMk/>
            <pc:sldMk cId="1102408151" sldId="274"/>
            <ac:spMk id="2" creationId="{DBD9C08A-4202-524B-00E2-45B5DD88D757}"/>
          </ac:spMkLst>
        </pc:spChg>
        <pc:spChg chg="mod">
          <ac:chgData name="Wing, Kevin (wing5640@vandals.uidaho.edu)" userId="S::wing5640@vandals.uidaho.edu::55948c75-8143-4574-b38a-48f2e1447b33" providerId="AD" clId="Web-{68CE0C29-D6CA-8B0B-1998-D8F71298E626}" dt="2026-06-12T16:49:09.828" v="45" actId="20577"/>
          <ac:spMkLst>
            <pc:docMk/>
            <pc:sldMk cId="1102408151" sldId="274"/>
            <ac:spMk id="3" creationId="{1C7F9BE0-E278-DB2F-AF2B-5A03CA9C72A5}"/>
          </ac:spMkLst>
        </pc:spChg>
        <pc:spChg chg="del">
          <ac:chgData name="Wing, Kevin (wing5640@vandals.uidaho.edu)" userId="S::wing5640@vandals.uidaho.edu::55948c75-8143-4574-b38a-48f2e1447b33" providerId="AD" clId="Web-{68CE0C29-D6CA-8B0B-1998-D8F71298E626}" dt="2026-06-12T16:49:32.438" v="47"/>
          <ac:spMkLst>
            <pc:docMk/>
            <pc:sldMk cId="1102408151" sldId="274"/>
            <ac:spMk id="5" creationId="{651A1CFC-DCA4-B1D5-2DF9-E4197BEE10D0}"/>
          </ac:spMkLst>
        </pc:spChg>
        <pc:spChg chg="add mod">
          <ac:chgData name="Wing, Kevin (wing5640@vandals.uidaho.edu)" userId="S::wing5640@vandals.uidaho.edu::55948c75-8143-4574-b38a-48f2e1447b33" providerId="AD" clId="Web-{68CE0C29-D6CA-8B0B-1998-D8F71298E626}" dt="2026-06-12T16:50:35.500" v="93" actId="1076"/>
          <ac:spMkLst>
            <pc:docMk/>
            <pc:sldMk cId="1102408151" sldId="274"/>
            <ac:spMk id="7" creationId="{FEC8BB01-F015-B2F3-92DE-88EC8FDFEAB9}"/>
          </ac:spMkLst>
        </pc:spChg>
        <pc:picChg chg="add mod">
          <ac:chgData name="Wing, Kevin (wing5640@vandals.uidaho.edu)" userId="S::wing5640@vandals.uidaho.edu::55948c75-8143-4574-b38a-48f2e1447b33" providerId="AD" clId="Web-{68CE0C29-D6CA-8B0B-1998-D8F71298E626}" dt="2026-06-12T16:49:53.625" v="51" actId="1076"/>
          <ac:picMkLst>
            <pc:docMk/>
            <pc:sldMk cId="1102408151" sldId="274"/>
            <ac:picMk id="6" creationId="{3B4C7B3B-1B87-C2B2-A0FC-58BFFC895B0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0" i="0" u="none" strike="noStrike" kern="1200" spc="0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r>
              <a:rPr lang="en-US" b="0" i="0" dirty="0">
                <a:latin typeface="Public Sans ExtraBold" pitchFamily="2" charset="77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0" i="0" u="none" strike="noStrike" kern="1200" spc="0" baseline="0">
              <a:solidFill>
                <a:schemeClr val="tx1"/>
              </a:solidFill>
              <a:latin typeface="Franklin Gothic Demi" panose="020B0603020102020204" pitchFamily="34" charset="0"/>
              <a:ea typeface="Archivo" charset="0"/>
              <a:cs typeface="Archivo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8B-3E41-8547-B8A48BA2F9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574342448"/>
        <c:axId val="-581005408"/>
      </c:barChart>
      <c:valAx>
        <c:axId val="-581005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endParaRPr lang="en-US"/>
          </a:p>
        </c:txPr>
        <c:crossAx val="-574342448"/>
        <c:crosses val="autoZero"/>
        <c:crossBetween val="between"/>
      </c:valAx>
      <c:catAx>
        <c:axId val="-574342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endParaRPr lang="en-US"/>
          </a:p>
        </c:txPr>
        <c:crossAx val="-581005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 b="0" i="0">
          <a:solidFill>
            <a:schemeClr val="tx1"/>
          </a:solidFill>
          <a:latin typeface="Franklin Gothic Demi" panose="020B0603020102020204" pitchFamily="34" charset="0"/>
          <a:ea typeface="Archivo" charset="0"/>
          <a:cs typeface="Archivo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0" i="0" u="none" strike="noStrike" kern="1200" spc="0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r>
              <a:rPr lang="en-US" b="0" i="0" dirty="0">
                <a:latin typeface="Public Sans ExtraBold" pitchFamily="2" charset="77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0" i="0" u="none" strike="noStrike" kern="1200" spc="0" baseline="0">
              <a:solidFill>
                <a:schemeClr val="tx1"/>
              </a:solidFill>
              <a:latin typeface="Franklin Gothic Demi" panose="020B0603020102020204" pitchFamily="34" charset="0"/>
              <a:ea typeface="Archivo" charset="0"/>
              <a:cs typeface="Archivo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4"/>
            </a:solidFill>
            <a:ln w="1905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F0-CB43-889D-FD77427EE9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-584808736"/>
        <c:axId val="-598391856"/>
      </c:barChart>
      <c:catAx>
        <c:axId val="-58480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endParaRPr lang="en-US"/>
          </a:p>
        </c:txPr>
        <c:crossAx val="-598391856"/>
        <c:crosses val="autoZero"/>
        <c:auto val="1"/>
        <c:lblAlgn val="ctr"/>
        <c:lblOffset val="100"/>
        <c:noMultiLvlLbl val="0"/>
      </c:catAx>
      <c:valAx>
        <c:axId val="-598391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endParaRPr lang="en-US"/>
          </a:p>
        </c:txPr>
        <c:crossAx val="-584808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 b="0" i="0">
          <a:solidFill>
            <a:schemeClr val="tx1"/>
          </a:solidFill>
          <a:latin typeface="Franklin Gothic Demi" panose="020B0603020102020204" pitchFamily="34" charset="0"/>
          <a:ea typeface="Archivo" charset="0"/>
          <a:cs typeface="Archivo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0" i="0" u="none" strike="noStrike" kern="1200" cap="all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r>
              <a:rPr lang="en-US" b="0" i="0" dirty="0">
                <a:latin typeface="Public Sans ExtraBold" pitchFamily="2" charset="77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0" i="0" u="none" strike="noStrike" kern="1200" cap="all" baseline="0">
              <a:solidFill>
                <a:schemeClr val="tx1"/>
              </a:solidFill>
              <a:latin typeface="Franklin Gothic Demi" panose="020B0603020102020204" pitchFamily="34" charset="0"/>
              <a:ea typeface="Archivo" charset="0"/>
              <a:cs typeface="Archivo" charset="0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E3A0-1C41-AF9E-EB93A409203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E3A0-1C41-AF9E-EB93A409203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E3A0-1C41-AF9E-EB93A4092038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0" i="0" u="none" strike="noStrike" kern="1200" spc="0" baseline="0">
                        <a:solidFill>
                          <a:schemeClr val="tx1"/>
                        </a:solidFill>
                        <a:latin typeface="Franklin Gothic Demi" panose="020B0603020102020204" pitchFamily="34" charset="0"/>
                        <a:ea typeface="Archivo" charset="0"/>
                        <a:cs typeface="Archivo" charset="0"/>
                      </a:defRPr>
                    </a:pPr>
                    <a:fld id="{9C310553-683F-1349-8F35-A9FEFB6EA3EB}" type="CATEGORYNAME">
                      <a:rPr lang="en-US" b="0" i="0">
                        <a:latin typeface="Public Sans ExtraBold" pitchFamily="2" charset="77"/>
                      </a:rPr>
                      <a:pPr>
                        <a:defRPr/>
                      </a:pPr>
                      <a:t>[CATEGORY NAME]</a:t>
                    </a:fld>
                    <a:r>
                      <a:rPr lang="en-US" b="0" i="0" baseline="0" dirty="0">
                        <a:latin typeface="Public Sans ExtraBold" pitchFamily="2" charset="77"/>
                      </a:rPr>
                      <a:t>
</a:t>
                    </a:r>
                    <a:fld id="{80D47013-F206-4B48-ACA3-C5B8A1AC4FAE}" type="PERCENTAGE">
                      <a:rPr lang="en-US" b="0" i="0" baseline="0">
                        <a:latin typeface="Public Sans ExtraBold" pitchFamily="2" charset="77"/>
                      </a:rPr>
                      <a:pPr>
                        <a:defRPr/>
                      </a:pPr>
                      <a:t>[PERCENTAGE]</a:t>
                    </a:fld>
                    <a:endParaRPr lang="en-US" b="0" i="0" baseline="0" dirty="0">
                      <a:latin typeface="Public Sans ExtraBold" pitchFamily="2" charset="77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spc="0" baseline="0">
                      <a:solidFill>
                        <a:schemeClr val="tx1"/>
                      </a:solidFill>
                      <a:latin typeface="Franklin Gothic Demi" panose="020B0603020102020204" pitchFamily="34" charset="0"/>
                      <a:ea typeface="Archivo" charset="0"/>
                      <a:cs typeface="Archivo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3A0-1C41-AF9E-EB93A4092038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0" i="0" u="none" strike="noStrike" kern="1200" spc="0" baseline="0">
                        <a:solidFill>
                          <a:schemeClr val="tx1"/>
                        </a:solidFill>
                        <a:latin typeface="Franklin Gothic Demi" panose="020B0603020102020204" pitchFamily="34" charset="0"/>
                        <a:ea typeface="Archivo" charset="0"/>
                        <a:cs typeface="Archivo" charset="0"/>
                      </a:defRPr>
                    </a:pPr>
                    <a:fld id="{5AD9FD72-1723-B142-9437-7D522DDA68AF}" type="CATEGORYNAME">
                      <a:rPr lang="en-US" b="0" i="0" dirty="0">
                        <a:latin typeface="Public Sans ExtraBold" pitchFamily="2" charset="77"/>
                      </a:rPr>
                      <a:pPr>
                        <a:defRPr/>
                      </a:pPr>
                      <a:t>[CATEGORY NAME]</a:t>
                    </a:fld>
                    <a:r>
                      <a:rPr lang="en-US" b="0" i="0" baseline="0" dirty="0">
                        <a:latin typeface="Public Sans ExtraBold" pitchFamily="2" charset="77"/>
                      </a:rPr>
                      <a:t>
</a:t>
                    </a:r>
                    <a:fld id="{A614B323-2C4B-D14A-9A7A-A87FBAB0F9B3}" type="PERCENTAGE">
                      <a:rPr lang="en-US" b="0" i="0" baseline="0" dirty="0">
                        <a:latin typeface="Public Sans ExtraBold" pitchFamily="2" charset="77"/>
                      </a:rPr>
                      <a:pPr>
                        <a:defRPr/>
                      </a:pPr>
                      <a:t>[PERCENTAGE]</a:t>
                    </a:fld>
                    <a:endParaRPr lang="en-US" b="0" i="0" baseline="0" dirty="0">
                      <a:latin typeface="Public Sans ExtraBold" pitchFamily="2" charset="77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spc="0" baseline="0">
                      <a:solidFill>
                        <a:schemeClr val="tx1"/>
                      </a:solidFill>
                      <a:latin typeface="Franklin Gothic Demi" panose="020B0603020102020204" pitchFamily="34" charset="0"/>
                      <a:ea typeface="Archivo" charset="0"/>
                      <a:cs typeface="Archivo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3A0-1C41-AF9E-EB93A4092038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0" i="0" u="none" strike="noStrike" kern="1200" spc="0" baseline="0">
                        <a:solidFill>
                          <a:schemeClr val="tx1"/>
                        </a:solidFill>
                        <a:latin typeface="Franklin Gothic Demi" panose="020B0603020102020204" pitchFamily="34" charset="0"/>
                        <a:ea typeface="Archivo" charset="0"/>
                        <a:cs typeface="Archivo" charset="0"/>
                      </a:defRPr>
                    </a:pPr>
                    <a:fld id="{91F614A3-F11C-4447-BEAB-E6D375163578}" type="CATEGORYNAME">
                      <a:rPr lang="en-US" b="0" i="0">
                        <a:latin typeface="Public Sans ExtraBold" pitchFamily="2" charset="77"/>
                      </a:rPr>
                      <a:pPr>
                        <a:defRPr/>
                      </a:pPr>
                      <a:t>[CATEGORY NAME]</a:t>
                    </a:fld>
                    <a:r>
                      <a:rPr lang="en-US" b="0" i="0" baseline="0" dirty="0">
                        <a:latin typeface="Public Sans ExtraBold" pitchFamily="2" charset="77"/>
                      </a:rPr>
                      <a:t>
</a:t>
                    </a:r>
                    <a:fld id="{478CEF47-9FF3-8445-A5BD-5E1781E3E0F7}" type="PERCENTAGE">
                      <a:rPr lang="en-US" b="0" i="0" baseline="0">
                        <a:latin typeface="Public Sans ExtraBold" pitchFamily="2" charset="77"/>
                      </a:rPr>
                      <a:pPr>
                        <a:defRPr/>
                      </a:pPr>
                      <a:t>[PERCENTAGE]</a:t>
                    </a:fld>
                    <a:endParaRPr lang="en-US" b="0" i="0" baseline="0" dirty="0">
                      <a:latin typeface="Public Sans ExtraBold" pitchFamily="2" charset="77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spc="0" baseline="0">
                      <a:solidFill>
                        <a:schemeClr val="tx1"/>
                      </a:solidFill>
                      <a:latin typeface="Franklin Gothic Demi" panose="020B0603020102020204" pitchFamily="34" charset="0"/>
                      <a:ea typeface="Archivo" charset="0"/>
                      <a:cs typeface="Archivo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3A0-1C41-AF9E-EB93A4092038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A0-1C41-AF9E-EB93A4092038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 b="0" i="0">
          <a:solidFill>
            <a:schemeClr val="tx1"/>
          </a:solidFill>
          <a:latin typeface="Franklin Gothic Demi" panose="020B0603020102020204" pitchFamily="34" charset="0"/>
          <a:ea typeface="Archivo" charset="0"/>
          <a:cs typeface="Archivo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0" i="0" u="none" strike="noStrike" kern="1200" spc="0" baseline="0">
                <a:solidFill>
                  <a:schemeClr val="tx1"/>
                </a:solidFill>
                <a:latin typeface="Franklin Gothic Demi" panose="020B0603020102020204" pitchFamily="34" charset="0"/>
                <a:ea typeface="Archivo" charset="0"/>
                <a:cs typeface="Archivo" charset="0"/>
              </a:defRPr>
            </a:pPr>
            <a:r>
              <a:rPr lang="en-US" b="0" i="0" dirty="0">
                <a:latin typeface="Public Sans ExtraBold" pitchFamily="2" charset="77"/>
              </a:rPr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600" b="0" i="0" u="none" strike="noStrike" kern="1200" spc="0" baseline="0">
              <a:solidFill>
                <a:schemeClr val="tx1"/>
              </a:solidFill>
              <a:latin typeface="Franklin Gothic Demi" panose="020B0603020102020204" pitchFamily="34" charset="0"/>
              <a:ea typeface="Archivo" charset="0"/>
              <a:cs typeface="Archivo" charset="0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096-0149-B757-CFEBCACA141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096-0149-B757-CFEBCACA141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096-0149-B757-CFEBCACA14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Franklin Gothic Demi" panose="020B0603020102020204" pitchFamily="34" charset="0"/>
                    <a:ea typeface="Archivo" charset="0"/>
                    <a:cs typeface="Archivo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96-0149-B757-CFEBCACA1413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800" b="0" i="0">
          <a:solidFill>
            <a:schemeClr val="tx1"/>
          </a:solidFill>
          <a:latin typeface="Franklin Gothic Demi" panose="020B0603020102020204" pitchFamily="34" charset="0"/>
          <a:ea typeface="Archivo" charset="0"/>
          <a:cs typeface="Archivo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12.06.2026</a:t>
            </a:fld>
            <a:endParaRPr lang="ru-RU" dirty="0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 dirty="0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12.06.2026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1219047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2438092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3657139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4876186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6095230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2480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629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Gold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FDCE6-B474-8CF4-D30B-BE360312D8D7}"/>
              </a:ext>
            </a:extLst>
          </p:cNvPr>
          <p:cNvSpPr/>
          <p:nvPr userDrawn="1"/>
        </p:nvSpPr>
        <p:spPr>
          <a:xfrm>
            <a:off x="-227806" y="-304006"/>
            <a:ext cx="10210800" cy="1432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120786" y="4592117"/>
            <a:ext cx="10369152" cy="2693045"/>
          </a:xfrm>
        </p:spPr>
        <p:txBody>
          <a:bodyPr anchor="b" anchorCtr="0"/>
          <a:lstStyle>
            <a:lvl1pPr>
              <a:defRPr b="1" i="0" cap="all" normalizeH="0" baseline="0">
                <a:latin typeface="Public Sans Extra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6" name="Text Placeholder 5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2120786" y="7573194"/>
            <a:ext cx="10369152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C1FF1-006E-DB09-F081-B9FA9D85DE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6938" y="4889073"/>
            <a:ext cx="5510054" cy="35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ck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7862C1-095B-801D-4A21-040BCDEEF73B}"/>
              </a:ext>
            </a:extLst>
          </p:cNvPr>
          <p:cNvSpPr/>
          <p:nvPr userDrawn="1"/>
        </p:nvSpPr>
        <p:spPr>
          <a:xfrm>
            <a:off x="-314150" y="-304006"/>
            <a:ext cx="10297144" cy="14325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2120786" y="4572794"/>
            <a:ext cx="10297144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13939" y="7553871"/>
            <a:ext cx="10303991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8A1487-27A2-16BC-4273-F1C7057D76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6938" y="4889073"/>
            <a:ext cx="5510053" cy="35126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13830-AA37-5044-6755-F43C491FC4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2740" y="4889073"/>
            <a:ext cx="5510053" cy="35126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Tw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Public Sans ExtraBold" pitchFamily="2" charset="77"/>
                <a:ea typeface="Public Sans ExtraBold" pitchFamily="2" charset="77"/>
                <a:cs typeface="Public Sans ExtraBold" pitchFamily="2" charset="77"/>
              </a:defRPr>
            </a:lvl1pPr>
          </a:lstStyle>
          <a:p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0" i="0" cap="all" baseline="0">
                <a:solidFill>
                  <a:schemeClr val="bg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B5E49D-C1EB-728B-F8E2-A8C20E52C1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2018" y="2226930"/>
            <a:ext cx="7841552" cy="4998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10680626" y="0"/>
            <a:ext cx="13704962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5334794"/>
            <a:ext cx="10513168" cy="1346522"/>
          </a:xfrm>
        </p:spPr>
        <p:txBody>
          <a:bodyPr anchor="b" anchorCtr="0"/>
          <a:lstStyle>
            <a:lvl1pPr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6969348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209708-B4B6-3A97-3CB3-CDBB0641EF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9340" y="4889073"/>
            <a:ext cx="5510054" cy="3512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DE590-6518-BA4C-482D-D95BCE1F25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2740" y="4889073"/>
            <a:ext cx="5510053" cy="3512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Public Sans ExtraBold" pitchFamily="2" charset="77"/>
                <a:ea typeface="Public Sans ExtraBold" pitchFamily="2" charset="77"/>
                <a:cs typeface="Public Sans ExtraBold" pitchFamily="2" charset="77"/>
              </a:defRPr>
            </a:lvl1pPr>
          </a:lstStyle>
          <a:p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3F8E84-FD81-7370-FCFD-3363DDC2E7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2018" y="2226931"/>
            <a:ext cx="7841552" cy="4998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685065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volorit</a:t>
            </a:r>
            <a:r>
              <a:rPr lang="en-US" dirty="0"/>
              <a:t> </a:t>
            </a:r>
            <a:r>
              <a:rPr lang="en-US" dirty="0" err="1"/>
              <a:t>iorem</a:t>
            </a:r>
            <a:r>
              <a:rPr lang="en-US" dirty="0"/>
              <a:t>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6706105" cy="4757713"/>
          </a:xfrm>
        </p:spPr>
        <p:txBody>
          <a:bodyPr numCol="2" spcCol="914400"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 arum </a:t>
            </a:r>
            <a:r>
              <a:rPr lang="en-US" dirty="0" err="1"/>
              <a:t>sapicimus</a:t>
            </a:r>
            <a:r>
              <a:rPr lang="en-US" dirty="0"/>
              <a:t> </a:t>
            </a:r>
            <a:r>
              <a:rPr lang="en-US" dirty="0" err="1"/>
              <a:t>apidi</a:t>
            </a:r>
            <a:r>
              <a:rPr lang="en-US" dirty="0"/>
              <a:t> </a:t>
            </a:r>
            <a:r>
              <a:rPr lang="en-US" dirty="0" err="1"/>
              <a:t>occates</a:t>
            </a:r>
            <a:r>
              <a:rPr lang="en-US" dirty="0"/>
              <a:t> quae ne </a:t>
            </a:r>
            <a:r>
              <a:rPr lang="en-US" dirty="0" err="1"/>
              <a:t>porem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sum quae et et </a:t>
            </a:r>
            <a:r>
              <a:rPr lang="en-US" dirty="0" err="1"/>
              <a:t>libus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et lit </a:t>
            </a:r>
            <a:r>
              <a:rPr lang="en-US" dirty="0" err="1"/>
              <a:t>repra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</a:t>
            </a:r>
            <a:r>
              <a:rPr lang="en-US" dirty="0" err="1"/>
              <a:t>ventios</a:t>
            </a:r>
            <a:r>
              <a:rPr lang="en-US" dirty="0"/>
              <a:t> </a:t>
            </a:r>
            <a:r>
              <a:rPr lang="en-US" dirty="0" err="1"/>
              <a:t>nonsectatio</a:t>
            </a:r>
            <a:r>
              <a:rPr lang="en-US" dirty="0"/>
              <a:t> </a:t>
            </a:r>
            <a:r>
              <a:rPr lang="en-US" dirty="0" err="1"/>
              <a:t>venis</a:t>
            </a:r>
            <a:r>
              <a:rPr lang="en-US" dirty="0"/>
              <a:t> ate non nus.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432599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715794"/>
            <a:ext cx="17066145" cy="5458995"/>
          </a:xfrm>
        </p:spPr>
        <p:txBody>
          <a:bodyPr numCol="3" spcCol="914400"/>
          <a:lstStyle>
            <a:lvl1pPr marL="0" marR="0" indent="0" algn="l" defTabSz="2438462" rtl="0" eaLnBrk="1" fontAlgn="auto" latinLnBrk="0" hangingPunct="1">
              <a:lnSpc>
                <a:spcPts val="4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Ut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5069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flipH="1">
            <a:off x="17821142" y="0"/>
            <a:ext cx="6564449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11256690" y="0"/>
            <a:ext cx="6564449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flipH="1">
            <a:off x="11256690" y="6858794"/>
            <a:ext cx="6564449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8812108" cy="2462213"/>
          </a:xfrm>
        </p:spPr>
        <p:txBody>
          <a:bodyPr/>
          <a:lstStyle>
            <a:lvl1pPr>
              <a:defRPr sz="80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HEADLINE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292455" y="5411004"/>
            <a:ext cx="7948011" cy="4757713"/>
          </a:xfrm>
        </p:spPr>
        <p:txBody>
          <a:bodyPr/>
          <a:lstStyle>
            <a:lvl1pPr marL="0" indent="0">
              <a:buNone/>
              <a:defRPr lang="en-US" sz="3300" b="0" i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2120786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8757243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20786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Public Sans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8757243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292454" y="1057989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1419214" y="6996938"/>
            <a:ext cx="6268502" cy="5262457"/>
          </a:xfrm>
          <a:prstGeom prst="rect">
            <a:avLst/>
          </a:prstGeom>
        </p:spPr>
        <p:txBody>
          <a:bodyPr/>
          <a:lstStyle>
            <a:lvl1pPr>
              <a:defRPr lang="en-US" sz="2200" b="0" i="0" baseline="0" dirty="0">
                <a:solidFill>
                  <a:schemeClr val="tx2"/>
                </a:solidFill>
                <a:latin typeface="Archivo Regular" charset="0"/>
                <a:ea typeface="Archivo Regular" charset="0"/>
                <a:cs typeface="Archivo Regular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7" name="Прямоугольник 6"/>
          <p:cNvSpPr/>
          <p:nvPr userDrawn="1"/>
        </p:nvSpPr>
        <p:spPr>
          <a:xfrm rot="10800000" flipH="1">
            <a:off x="0" y="6858794"/>
            <a:ext cx="12192794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rot="10800000" flipH="1">
            <a:off x="12192794" y="6858794"/>
            <a:ext cx="12192794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3776970" y="8154938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3776970" y="1386186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 dirty="0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 rot="10800000">
            <a:off x="0" y="6858794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137175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3876825" y="1992287"/>
            <a:ext cx="8829368" cy="8778301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pPr marL="0" marR="0" lvl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ped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Ut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 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ped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Ut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 dirty="0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685065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volorit</a:t>
            </a:r>
            <a:r>
              <a:rPr lang="en-US" dirty="0"/>
              <a:t> </a:t>
            </a:r>
            <a:r>
              <a:rPr lang="en-US" dirty="0" err="1"/>
              <a:t>iorem</a:t>
            </a:r>
            <a:r>
              <a:rPr lang="en-US" dirty="0"/>
              <a:t>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3902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 hasCustomPrompt="1"/>
          </p:nvPr>
        </p:nvSpPr>
        <p:spPr>
          <a:xfrm>
            <a:off x="0" y="7650882"/>
            <a:ext cx="24385588" cy="1800493"/>
          </a:xfrm>
        </p:spPr>
        <p:txBody>
          <a:bodyPr anchor="b" anchorCtr="0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0" y="9434826"/>
            <a:ext cx="24385588" cy="1107996"/>
          </a:xfrm>
        </p:spPr>
        <p:txBody>
          <a:bodyPr wrap="square">
            <a:spAutoFit/>
          </a:bodyPr>
          <a:lstStyle>
            <a:lvl1pPr algn="ctr"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11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805E5-92ED-E77B-3843-0AFE9CCAAD37}"/>
              </a:ext>
            </a:extLst>
          </p:cNvPr>
          <p:cNvSpPr/>
          <p:nvPr userDrawn="1"/>
        </p:nvSpPr>
        <p:spPr>
          <a:xfrm>
            <a:off x="0" y="0"/>
            <a:ext cx="3251401" cy="13717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6" name="Title Placeholder 7"/>
          <p:cNvSpPr txBox="1">
            <a:spLocks/>
          </p:cNvSpPr>
          <p:nvPr userDrawn="1"/>
        </p:nvSpPr>
        <p:spPr>
          <a:xfrm>
            <a:off x="4919986" y="6138714"/>
            <a:ext cx="18218024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2438462" rtl="0" eaLnBrk="1" latinLnBrk="0" hangingPunct="1">
              <a:spcBef>
                <a:spcPct val="0"/>
              </a:spcBef>
              <a:buNone/>
              <a:defRPr sz="11700" kern="1200">
                <a:solidFill>
                  <a:schemeClr val="tx1"/>
                </a:solidFill>
                <a:latin typeface="Archivo Black" charset="0"/>
                <a:ea typeface="Archivo Black" charset="0"/>
                <a:cs typeface="Archivo Black" charset="0"/>
              </a:defRPr>
            </a:lvl1pPr>
          </a:lstStyle>
          <a:p>
            <a:r>
              <a:rPr lang="en-US" sz="7200" b="1" i="0" dirty="0">
                <a:latin typeface="Public Sans Black" pitchFamily="2" charset="77"/>
              </a:rPr>
              <a:t>CLICK TO EDIT SUB HEADLINE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847978" y="5002842"/>
            <a:ext cx="18218024" cy="18004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B9BC4-451A-52CF-B063-C2831B52D169}"/>
              </a:ext>
            </a:extLst>
          </p:cNvPr>
          <p:cNvSpPr/>
          <p:nvPr userDrawn="1"/>
        </p:nvSpPr>
        <p:spPr>
          <a:xfrm>
            <a:off x="0" y="0"/>
            <a:ext cx="3251401" cy="13717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Dark I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Light I Pattern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0"/>
            <a:ext cx="13716000" cy="13716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Or, drag a photo on to this box.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87798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text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 dirty="0"/>
              <a:t>CLICK TO SUBHEAD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313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83801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9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0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685800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1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85800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35994" y="3276547"/>
            <a:ext cx="8136904" cy="2049792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 dirty="0"/>
              <a:t>CLICK TO SUBHEAD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2341" y="108973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4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572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5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144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7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72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8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144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9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0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4572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1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144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>
            <a:lvl1pPr>
              <a:defRPr b="1" i="0" baseline="0">
                <a:latin typeface="Public Sans ExtraBold" pitchFamily="2" charset="77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 dirty="0"/>
              <a:t>CLICK TO SUBHEAD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14982341" y="10844335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71658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43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5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315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6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887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7" name="Picture Placeholder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459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8" name="Picture Placeholder 5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031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9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43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0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315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1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887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2" name="Picture Placeholder 5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4459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3" name="Picture Placeholder 5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9031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4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743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5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315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6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887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7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4459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8" name="Picture Placeholder 5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9031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558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32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Or, drag your photo on to this box.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35560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vert="horz" wrap="none" lIns="0" rIns="0" anchor="t" anchorCtr="0">
            <a:noAutofit/>
          </a:bodyPr>
          <a:lstStyle>
            <a:lvl1pPr marL="0" indent="0" algn="ctr">
              <a:buNone/>
              <a:defRPr sz="9600" b="0" i="0" baseline="0">
                <a:solidFill>
                  <a:schemeClr val="tx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marL="914424" marR="0" lvl="0" indent="-914424" algn="l" defTabSz="24384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Icon to add Video</a:t>
            </a:r>
          </a:p>
        </p:txBody>
      </p:sp>
    </p:spTree>
    <p:extLst>
      <p:ext uri="{BB962C8B-B14F-4D97-AF65-F5344CB8AC3E}">
        <p14:creationId xmlns:p14="http://schemas.microsoft.com/office/powerpoint/2010/main" val="167388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955138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tx1"/>
                </a:solidFill>
                <a:latin typeface="Public Sans ExtraBold" pitchFamily="2" charset="77"/>
                <a:ea typeface="Public Sans ExtraBold" pitchFamily="2" charset="77"/>
                <a:cs typeface="Public Sans ExtraBold" pitchFamily="2" charset="77"/>
              </a:defRPr>
            </a:lvl1pPr>
          </a:lstStyle>
          <a:p>
            <a:r>
              <a:rPr lang="en-US" dirty="0"/>
              <a:t>Click to add text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FE461-0EBB-D1B6-EE3D-E5F00F4A3B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2018" y="2226931"/>
            <a:ext cx="7841552" cy="4998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9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8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2120786" y="4381773"/>
            <a:ext cx="8428162" cy="269304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12120786" y="7434858"/>
            <a:ext cx="8428162" cy="1800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500"/>
              </a:lnSpc>
              <a:spcBef>
                <a:spcPts val="1000"/>
              </a:spcBef>
              <a:buFont typeface="Arial"/>
              <a:buNone/>
              <a:defRPr sz="6000" b="1" i="0" kern="1200" baseline="0">
                <a:solidFill>
                  <a:schemeClr val="tx1"/>
                </a:solidFill>
                <a:latin typeface="Archivo" charset="0"/>
                <a:ea typeface="Archivo" charset="0"/>
                <a:cs typeface="Archivo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0" i="0" dirty="0">
                <a:latin typeface="Public Sans Medium" pitchFamily="2" charset="77"/>
              </a:rPr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128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2" r:id="rId2"/>
    <p:sldLayoutId id="2147484310" r:id="rId3"/>
    <p:sldLayoutId id="2147484309" r:id="rId4"/>
    <p:sldLayoutId id="2147484348" r:id="rId5"/>
    <p:sldLayoutId id="2147484346" r:id="rId6"/>
    <p:sldLayoutId id="2147484347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ts val="10500"/>
        </a:lnSpc>
        <a:spcBef>
          <a:spcPct val="0"/>
        </a:spcBef>
        <a:buNone/>
        <a:defRPr lang="en-US" sz="9600" b="1" i="0" kern="1200" dirty="0" smtClean="0">
          <a:solidFill>
            <a:schemeClr val="tx1"/>
          </a:solidFill>
          <a:latin typeface="Public Sans Black" pitchFamily="2" charset="77"/>
          <a:ea typeface="Public Sans Black" pitchFamily="2" charset="77"/>
          <a:cs typeface="Public Sans Black" pitchFamily="2" charset="77"/>
        </a:defRPr>
      </a:lvl1pPr>
    </p:titleStyle>
    <p:bodyStyle>
      <a:lvl1pPr marL="0" indent="0" algn="l" defTabSz="914400" rtl="0" eaLnBrk="1" latinLnBrk="0" hangingPunct="1">
        <a:lnSpc>
          <a:spcPts val="6500"/>
        </a:lnSpc>
        <a:spcBef>
          <a:spcPts val="1000"/>
        </a:spcBef>
        <a:buFont typeface="Arial"/>
        <a:buNone/>
        <a:defRPr sz="6000" b="1" kern="1200" baseline="0">
          <a:solidFill>
            <a:schemeClr val="tx1"/>
          </a:solidFill>
          <a:latin typeface="Archivo Black" charset="0"/>
          <a:ea typeface="Archivo Black" charset="0"/>
          <a:cs typeface="Archivo Black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 dirty="0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92454" y="4482530"/>
            <a:ext cx="21032788" cy="46807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39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19" r:id="rId2"/>
    <p:sldLayoutId id="2147484320" r:id="rId3"/>
    <p:sldLayoutId id="2147484322" r:id="rId4"/>
    <p:sldLayoutId id="2147484323" r:id="rId5"/>
    <p:sldLayoutId id="2147484324" r:id="rId6"/>
    <p:sldLayoutId id="2147484349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lnSpc>
          <a:spcPts val="9500"/>
        </a:lnSpc>
        <a:spcBef>
          <a:spcPct val="0"/>
        </a:spcBef>
        <a:buNone/>
        <a:defRPr sz="9000" b="1" i="0" kern="1200" cap="all" baseline="0">
          <a:solidFill>
            <a:schemeClr val="tx1"/>
          </a:solidFill>
          <a:latin typeface="Public Sans ExtraBold" pitchFamily="2" charset="77"/>
          <a:ea typeface="Public Sans ExtraBold" pitchFamily="2" charset="77"/>
          <a:cs typeface="Public Sans ExtraBold" pitchFamily="2" charset="77"/>
        </a:defRPr>
      </a:lvl1pPr>
    </p:titleStyle>
    <p:bodyStyle>
      <a:lvl1pPr marL="457200" indent="-4572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91440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2pPr>
      <a:lvl3pPr marL="146304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3pPr>
      <a:lvl4pPr marL="210312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4pPr>
      <a:lvl5pPr marL="265176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847978" y="5002842"/>
            <a:ext cx="18218024" cy="180049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847978" y="6902926"/>
            <a:ext cx="16691561" cy="11079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SUBHEAD</a:t>
            </a:r>
          </a:p>
        </p:txBody>
      </p:sp>
    </p:spTree>
    <p:extLst>
      <p:ext uri="{BB962C8B-B14F-4D97-AF65-F5344CB8AC3E}">
        <p14:creationId xmlns:p14="http://schemas.microsoft.com/office/powerpoint/2010/main" val="167511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7" r:id="rId1"/>
    <p:sldLayoutId id="2147484328" r:id="rId2"/>
    <p:sldLayoutId id="2147484329" r:id="rId3"/>
    <p:sldLayoutId id="2147484345" r:id="rId4"/>
    <p:sldLayoutId id="2147484344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spcBef>
          <a:spcPct val="0"/>
        </a:spcBef>
        <a:buNone/>
        <a:defRPr sz="11700" b="1" i="0" kern="1200" cap="all" baseline="0">
          <a:solidFill>
            <a:schemeClr val="tx1"/>
          </a:solidFill>
          <a:latin typeface="Public Sans ExtraBold" pitchFamily="2" charset="77"/>
          <a:ea typeface="Public Sans ExtraBold" pitchFamily="2" charset="77"/>
          <a:cs typeface="Public Sans ExtraBold" pitchFamily="2" charset="77"/>
        </a:defRPr>
      </a:lvl1pPr>
    </p:titleStyle>
    <p:bodyStyle>
      <a:lvl1pPr marL="0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200" b="0" i="0" kern="1200" cap="all" baseline="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1219229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5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2pPr>
      <a:lvl3pPr marL="2438461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64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3pPr>
      <a:lvl4pPr marL="365769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4pPr>
      <a:lvl5pPr marL="487692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73114" y="2251651"/>
            <a:ext cx="8473480" cy="30746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73114" y="5687748"/>
            <a:ext cx="8473480" cy="3488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15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307" r:id="rId2"/>
    <p:sldLayoutId id="2147484204" r:id="rId3"/>
    <p:sldLayoutId id="2147484330" r:id="rId4"/>
    <p:sldLayoutId id="2147484331" r:id="rId5"/>
    <p:sldLayoutId id="2147484306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400" b="1" i="0" kern="1200" cap="all" baseline="0">
          <a:solidFill>
            <a:schemeClr val="tx1"/>
          </a:solidFill>
          <a:latin typeface="Public Sans ExtraBold" pitchFamily="2" charset="77"/>
          <a:ea typeface="Public Sans ExtraBold" pitchFamily="2" charset="77"/>
          <a:cs typeface="Public Sans ExtraBold" pitchFamily="2" charset="77"/>
        </a:defRPr>
      </a:lvl1pPr>
    </p:titleStyle>
    <p:bodyStyle>
      <a:lvl1pPr marL="457200" indent="-4572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9144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2pPr>
      <a:lvl3pPr marL="13716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3pPr>
      <a:lvl4pPr marL="18288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4pPr>
      <a:lvl5pPr marL="22860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2788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2788" cy="870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49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0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Public Sans Black" pitchFamily="2" charset="77"/>
          <a:ea typeface="Public Sans Black" pitchFamily="2" charset="77"/>
          <a:cs typeface="Public Sans Black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120786" y="5919317"/>
            <a:ext cx="10297144" cy="1346522"/>
          </a:xfrm>
        </p:spPr>
        <p:txBody>
          <a:bodyPr/>
          <a:lstStyle/>
          <a:p>
            <a:r>
              <a:rPr lang="en-US" dirty="0"/>
              <a:t>Lab Safety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41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C450-CC09-5AD1-F5A2-21654203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E5893D-217F-1868-C779-DDECCA9D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ublic Sans ExtraBold"/>
              </a:rPr>
              <a:t>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83EF42-DBBB-2A0C-F74D-A169D5299A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CAD662-1B10-B371-CB06-6D99D68A66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6788" y="5669372"/>
            <a:ext cx="8686006" cy="7623369"/>
          </a:xfrm>
        </p:spPr>
        <p:txBody>
          <a:bodyPr/>
          <a:lstStyle/>
          <a:p>
            <a:r>
              <a:rPr lang="en-US" dirty="0"/>
              <a:t>Lab Hazards</a:t>
            </a:r>
          </a:p>
          <a:p>
            <a:pPr lvl="1"/>
            <a:r>
              <a:rPr lang="en-US" dirty="0"/>
              <a:t>The Manual</a:t>
            </a:r>
          </a:p>
          <a:p>
            <a:pPr lvl="1"/>
            <a:r>
              <a:rPr lang="en-US" dirty="0"/>
              <a:t>Cobot</a:t>
            </a:r>
          </a:p>
          <a:p>
            <a:pPr lvl="1"/>
            <a:r>
              <a:rPr lang="en-US" dirty="0"/>
              <a:t>Non-cobot</a:t>
            </a:r>
          </a:p>
          <a:p>
            <a:r>
              <a:rPr lang="en-US" dirty="0"/>
              <a:t>Safety Equipment</a:t>
            </a:r>
          </a:p>
          <a:p>
            <a:pPr lvl="1"/>
            <a:r>
              <a:rPr lang="en-US" dirty="0"/>
              <a:t>First Aid kits</a:t>
            </a:r>
          </a:p>
          <a:p>
            <a:pPr lvl="1"/>
            <a:r>
              <a:rPr lang="en-US" dirty="0"/>
              <a:t>Eye wash stations</a:t>
            </a:r>
          </a:p>
          <a:p>
            <a:pPr lvl="1"/>
            <a:r>
              <a:rPr lang="en-US" dirty="0"/>
              <a:t>Fire extinguishers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2993143-9033-82CD-6DB2-852D14FF4721}"/>
              </a:ext>
            </a:extLst>
          </p:cNvPr>
          <p:cNvSpPr txBox="1">
            <a:spLocks/>
          </p:cNvSpPr>
          <p:nvPr/>
        </p:nvSpPr>
        <p:spPr>
          <a:xfrm>
            <a:off x="12192794" y="5412192"/>
            <a:ext cx="8686006" cy="462254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457200" indent="-457200" algn="l" defTabSz="2438462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  <a:lvl2pPr marL="914400" indent="-571500" algn="l" defTabSz="2438462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2pPr>
            <a:lvl3pPr marL="1463040" indent="-571500" algn="l" defTabSz="2438462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3pPr>
            <a:lvl4pPr marL="2103120" indent="-571500" algn="l" defTabSz="2438462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4pPr>
            <a:lvl5pPr marL="2651760" indent="-571500" algn="l" defTabSz="2438462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5pPr>
            <a:lvl6pPr marL="6705767" indent="-609615" algn="l" defTabSz="24384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998" indent="-609615" algn="l" defTabSz="24384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4229" indent="-609615" algn="l" defTabSz="24384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460" indent="-609615" algn="l" defTabSz="24384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Public Sans"/>
              </a:rPr>
              <a:t>Emergency procedures</a:t>
            </a:r>
            <a:endParaRPr lang="en-US"/>
          </a:p>
          <a:p>
            <a:pPr lvl="1"/>
            <a:r>
              <a:rPr lang="en-US">
                <a:latin typeface="Public Sans"/>
              </a:rPr>
              <a:t>E-STOPS</a:t>
            </a:r>
            <a:endParaRPr lang="en-US" dirty="0">
              <a:latin typeface="Public Sans"/>
            </a:endParaRPr>
          </a:p>
          <a:p>
            <a:pPr lvl="1"/>
            <a:r>
              <a:rPr lang="en-US">
                <a:latin typeface="Public Sans"/>
              </a:rPr>
              <a:t>Emergency exits</a:t>
            </a:r>
            <a:endParaRPr lang="en-US" dirty="0">
              <a:latin typeface="Public Sans"/>
            </a:endParaRPr>
          </a:p>
          <a:p>
            <a:r>
              <a:rPr lang="en-US">
                <a:latin typeface="Public Sans"/>
              </a:rPr>
              <a:t>Lab areas</a:t>
            </a:r>
          </a:p>
          <a:p>
            <a:pPr lvl="1">
              <a:buFont typeface="Wingdings"/>
              <a:buChar char="§"/>
            </a:pPr>
            <a:r>
              <a:rPr lang="en-US">
                <a:latin typeface="Public Sans"/>
              </a:rPr>
              <a:t>Food and drink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9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B14A8A-98C2-6B98-385D-95FDA9FEC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</p:spPr>
        <p:txBody>
          <a:bodyPr anchor="t">
            <a:normAutofit/>
          </a:bodyPr>
          <a:lstStyle/>
          <a:p>
            <a:r>
              <a:rPr lang="en-US" dirty="0"/>
              <a:t>Lab hazards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1A270-A594-8B85-793B-969B3F3C2D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8989" y="3906466"/>
            <a:ext cx="15554325" cy="830997"/>
          </a:xfrm>
        </p:spPr>
        <p:txBody>
          <a:bodyPr>
            <a:normAutofit/>
          </a:bodyPr>
          <a:lstStyle/>
          <a:p>
            <a:r>
              <a:rPr lang="en-US" dirty="0"/>
              <a:t>Cobots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1414341-DA5C-2647-3C50-69B9D14656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18989" y="5944394"/>
            <a:ext cx="8024271" cy="4622547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en-US">
                <a:latin typeface="Public Sans"/>
              </a:rPr>
              <a:t>Most of the robots in the lab are cobots</a:t>
            </a:r>
            <a:endParaRPr lang="en-US" dirty="0"/>
          </a:p>
          <a:p>
            <a:r>
              <a:rPr lang="en-US" dirty="0"/>
              <a:t>Designed to work around humans</a:t>
            </a:r>
          </a:p>
          <a:p>
            <a:r>
              <a:rPr lang="en-US" dirty="0"/>
              <a:t>Wear eye protection when in robot’s area</a:t>
            </a:r>
          </a:p>
          <a:p>
            <a:r>
              <a:rPr lang="en-US" dirty="0"/>
              <a:t>Ask if unsure of robots reach</a:t>
            </a:r>
          </a:p>
          <a:p>
            <a:r>
              <a:rPr lang="en-US" dirty="0"/>
              <a:t>Can still pinch, even at low speeds</a:t>
            </a:r>
          </a:p>
        </p:txBody>
      </p:sp>
      <p:pic>
        <p:nvPicPr>
          <p:cNvPr id="7" name="Picture 6" descr="A machine in a factory&#10;&#10;AI-generated content may be incorrect.">
            <a:extLst>
              <a:ext uri="{FF2B5EF4-FFF2-40B4-BE49-F238E27FC236}">
                <a16:creationId xmlns:a16="http://schemas.microsoft.com/office/drawing/2014/main" id="{2BCAB4C3-4C09-FBD9-D8C7-541D9E321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898092" y="5912219"/>
            <a:ext cx="6249194" cy="468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0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B13034-E904-A613-259A-2E88E4C1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hazards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E8C19-730B-81A5-1E2C-81C8BB1720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Non-cobots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DD9D6-531F-0622-2411-0F07E09C74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18989" y="6168715"/>
            <a:ext cx="8076406" cy="5302221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en-US" dirty="0"/>
              <a:t>We also have several non-cobot robots</a:t>
            </a:r>
          </a:p>
          <a:p>
            <a:r>
              <a:rPr lang="en-US">
                <a:latin typeface="Public Sans"/>
              </a:rPr>
              <a:t>NOT designed to work around humans!</a:t>
            </a:r>
          </a:p>
          <a:p>
            <a:r>
              <a:rPr lang="en-US">
                <a:latin typeface="Public Sans"/>
              </a:rPr>
              <a:t>Must be enclosed behind protective barriers, light curtains, etc.</a:t>
            </a:r>
          </a:p>
          <a:p>
            <a:r>
              <a:rPr lang="en-US" dirty="0"/>
              <a:t>DO NOT enter their area when powered on</a:t>
            </a:r>
          </a:p>
          <a:p>
            <a:r>
              <a:rPr lang="en-US" dirty="0"/>
              <a:t>DO NOT leave cages unlocked</a:t>
            </a:r>
          </a:p>
        </p:txBody>
      </p:sp>
    </p:spTree>
    <p:extLst>
      <p:ext uri="{BB962C8B-B14F-4D97-AF65-F5344CB8AC3E}">
        <p14:creationId xmlns:p14="http://schemas.microsoft.com/office/powerpoint/2010/main" val="145770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1397A5-D4EC-4BE9-EF88-8A9A3218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equipment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DFC76-614A-6FC8-6E48-F35B523405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67111-C72E-C7BD-58A6-BC09622151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30669" y="5368258"/>
            <a:ext cx="14137650" cy="2981072"/>
          </a:xfrm>
        </p:spPr>
        <p:txBody>
          <a:bodyPr/>
          <a:lstStyle/>
          <a:p>
            <a:r>
              <a:rPr lang="en-US" dirty="0"/>
              <a:t>First aid and trauma kits located next to west cage door</a:t>
            </a:r>
          </a:p>
          <a:p>
            <a:r>
              <a:rPr lang="en-US" dirty="0"/>
              <a:t>Head protection and high-visibility apparel located next to west cage door</a:t>
            </a:r>
          </a:p>
        </p:txBody>
      </p:sp>
      <p:pic>
        <p:nvPicPr>
          <p:cNvPr id="2" name="Picture 1" descr="A first aid kit on a yellow metal wall&#10;&#10;AI-generated content may be incorrect.">
            <a:extLst>
              <a:ext uri="{FF2B5EF4-FFF2-40B4-BE49-F238E27FC236}">
                <a16:creationId xmlns:a16="http://schemas.microsoft.com/office/drawing/2014/main" id="{7B8DEF6C-8CC4-645A-9AD5-A21EC02DE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497" y="7588897"/>
            <a:ext cx="6348341" cy="4747326"/>
          </a:xfrm>
          <a:prstGeom prst="rect">
            <a:avLst/>
          </a:prstGeom>
        </p:spPr>
      </p:pic>
      <p:pic>
        <p:nvPicPr>
          <p:cNvPr id="6" name="Picture 5" descr="Yellow safety helmets on a rack&#10;&#10;AI-generated content may be incorrect.">
            <a:extLst>
              <a:ext uri="{FF2B5EF4-FFF2-40B4-BE49-F238E27FC236}">
                <a16:creationId xmlns:a16="http://schemas.microsoft.com/office/drawing/2014/main" id="{7AC2EAB7-681C-EAAC-B213-A4516B4E7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528" y="4058708"/>
            <a:ext cx="6348546" cy="830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4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6960-A0F2-6D78-B466-7DCAD04A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E1F94C-8E3D-6D9A-0722-EA8979E7B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Emergency exits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AD3B3-0D33-5154-4A49-3DC9CBCCC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5F8030-B057-7077-DA84-CFAE463C8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7" y="5043943"/>
            <a:ext cx="13488974" cy="787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9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7F9BE0-E278-DB2F-AF2B-5A03CA9C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Public Sans ExtraBold"/>
              </a:rPr>
              <a:t>E-stop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98322-1E2C-4393-7D19-67170EB335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yellow and black emergency stop button&#10;&#10;AI-generated content may be incorrect.">
            <a:extLst>
              <a:ext uri="{FF2B5EF4-FFF2-40B4-BE49-F238E27FC236}">
                <a16:creationId xmlns:a16="http://schemas.microsoft.com/office/drawing/2014/main" id="{3B4C7B3B-1B87-C2B2-A0FC-58BFFC895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440" y="5332119"/>
            <a:ext cx="8913381" cy="7172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C8BB01-F015-B2F3-92DE-88EC8FDFEAB9}"/>
              </a:ext>
            </a:extLst>
          </p:cNvPr>
          <p:cNvSpPr txBox="1"/>
          <p:nvPr/>
        </p:nvSpPr>
        <p:spPr>
          <a:xfrm>
            <a:off x="12202255" y="7903333"/>
            <a:ext cx="936710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ea typeface="Calibri"/>
                <a:cs typeface="Calibri"/>
              </a:rPr>
              <a:t>WHEN IN DOUBT, PRESS!!!</a:t>
            </a:r>
            <a:endParaRPr lang="en-US" sz="60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240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EE5AB9-7964-E45E-3F02-D1CABDA6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Public Sans ExtraBold"/>
              </a:rPr>
              <a:t>Food and drink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853CF-2C98-5726-311A-28519C0F65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140F9-11F1-CA25-FF74-E47290FC53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42145" y="6858794"/>
            <a:ext cx="6933406" cy="631648"/>
          </a:xfrm>
        </p:spPr>
        <p:txBody>
          <a:bodyPr/>
          <a:lstStyle/>
          <a:p>
            <a:r>
              <a:rPr lang="en-US" sz="3600" dirty="0"/>
              <a:t>No food or drink in the lab areas</a:t>
            </a:r>
          </a:p>
        </p:txBody>
      </p:sp>
    </p:spTree>
    <p:extLst>
      <p:ext uri="{BB962C8B-B14F-4D97-AF65-F5344CB8AC3E}">
        <p14:creationId xmlns:p14="http://schemas.microsoft.com/office/powerpoint/2010/main" val="189880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9" name="Table 7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612862"/>
              </p:ext>
            </p:extLst>
          </p:nvPr>
        </p:nvGraphicFramePr>
        <p:xfrm>
          <a:off x="1448594" y="3199235"/>
          <a:ext cx="9985938" cy="2944629"/>
        </p:xfrm>
        <a:graphic>
          <a:graphicData uri="http://schemas.openxmlformats.org/drawingml/2006/table">
            <a:tbl>
              <a:tblPr firstRow="1" bandRow="1" bandCol="1">
                <a:tableStyleId>{17292A2E-F333-43FB-9621-5CBBE7FDCDCB}</a:tableStyleId>
              </a:tblPr>
              <a:tblGrid>
                <a:gridCol w="3328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0139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830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Basic</a:t>
                      </a:r>
                      <a:r>
                        <a:rPr lang="en-US" sz="2400" b="0" i="0" baseline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 Gold</a:t>
                      </a:r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83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83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0" name="Title 779"/>
          <p:cNvSpPr>
            <a:spLocks noGrp="1"/>
          </p:cNvSpPr>
          <p:nvPr>
            <p:ph type="title"/>
          </p:nvPr>
        </p:nvSpPr>
        <p:spPr>
          <a:xfrm>
            <a:off x="1292454" y="1524794"/>
            <a:ext cx="21032788" cy="1218282"/>
          </a:xfrm>
        </p:spPr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783" name="Table 7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293955"/>
              </p:ext>
            </p:extLst>
          </p:nvPr>
        </p:nvGraphicFramePr>
        <p:xfrm>
          <a:off x="12192794" y="3199236"/>
          <a:ext cx="10820400" cy="297375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7461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099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Basic</a:t>
                      </a:r>
                      <a:r>
                        <a:rPr lang="en-US" sz="2400" b="0" i="0" baseline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 Black</a:t>
                      </a:r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099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099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993287"/>
              </p:ext>
            </p:extLst>
          </p:nvPr>
        </p:nvGraphicFramePr>
        <p:xfrm>
          <a:off x="1448594" y="6771065"/>
          <a:ext cx="9985938" cy="275472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328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Alternating Rows Gold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666"/>
              </p:ext>
            </p:extLst>
          </p:nvPr>
        </p:nvGraphicFramePr>
        <p:xfrm>
          <a:off x="12192794" y="6770271"/>
          <a:ext cx="10820400" cy="275472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  <a:endParaRPr lang="en-US" sz="28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  <a:endParaRPr lang="en-US" sz="28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  <a:endParaRPr lang="en-US" sz="28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Alternating Rows Black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555060"/>
              </p:ext>
            </p:extLst>
          </p:nvPr>
        </p:nvGraphicFramePr>
        <p:xfrm>
          <a:off x="1448594" y="10135394"/>
          <a:ext cx="9985940" cy="2480809"/>
        </p:xfrm>
        <a:graphic>
          <a:graphicData uri="http://schemas.openxmlformats.org/drawingml/2006/table">
            <a:tbl>
              <a:tblPr firstRow="1" bandCol="1">
                <a:tableStyleId>{8EC20E35-A176-4012-BC5E-935CFFF8708E}</a:tableStyleId>
              </a:tblPr>
              <a:tblGrid>
                <a:gridCol w="249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0139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4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830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Alternating Columns Gold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83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162933" y="9414933"/>
            <a:ext cx="1847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Public Sans" pitchFamily="2" charset="77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604793"/>
              </p:ext>
            </p:extLst>
          </p:nvPr>
        </p:nvGraphicFramePr>
        <p:xfrm>
          <a:off x="12192794" y="10135394"/>
          <a:ext cx="10820400" cy="2480809"/>
        </p:xfrm>
        <a:graphic>
          <a:graphicData uri="http://schemas.openxmlformats.org/drawingml/2006/table">
            <a:tbl>
              <a:tblPr firstRow="1" bandCol="1">
                <a:tableStyleId>{8EC20E35-A176-4012-BC5E-935CFFF8708E}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0139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  <a:endParaRPr lang="en-US" sz="28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  <a:endParaRPr lang="en-US" sz="28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  <a:endParaRPr lang="en-US" sz="28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4</a:t>
                      </a:r>
                      <a:endParaRPr lang="en-US" sz="28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830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Alternating Columns Black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83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84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Title 779"/>
          <p:cNvSpPr>
            <a:spLocks noGrp="1"/>
          </p:cNvSpPr>
          <p:nvPr>
            <p:ph type="title"/>
          </p:nvPr>
        </p:nvSpPr>
        <p:spPr>
          <a:xfrm>
            <a:off x="1292454" y="1524794"/>
            <a:ext cx="21032788" cy="1218282"/>
          </a:xfrm>
        </p:spPr>
        <p:txBody>
          <a:bodyPr/>
          <a:lstStyle/>
          <a:p>
            <a:r>
              <a:rPr lang="en-US" dirty="0"/>
              <a:t>Tables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847771"/>
              </p:ext>
            </p:extLst>
          </p:nvPr>
        </p:nvGraphicFramePr>
        <p:xfrm>
          <a:off x="1448594" y="3201194"/>
          <a:ext cx="9985938" cy="205863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328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1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First Column Gold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2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3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105588"/>
              </p:ext>
            </p:extLst>
          </p:nvPr>
        </p:nvGraphicFramePr>
        <p:xfrm>
          <a:off x="12192794" y="3201194"/>
          <a:ext cx="9985938" cy="205863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328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1</a:t>
                      </a:r>
                      <a:endParaRPr lang="en-US" sz="24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First Column Black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2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3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435984"/>
              </p:ext>
            </p:extLst>
          </p:nvPr>
        </p:nvGraphicFramePr>
        <p:xfrm>
          <a:off x="1449388" y="5792788"/>
          <a:ext cx="9985940" cy="3064476"/>
        </p:xfrm>
        <a:graphic>
          <a:graphicData uri="http://schemas.openxmlformats.org/drawingml/2006/table">
            <a:tbl>
              <a:tblPr firstRow="1" firstCol="1">
                <a:tableStyleId>{EB344D84-9AFB-497E-A393-DC336BA19D2E}</a:tableStyleId>
              </a:tblPr>
              <a:tblGrid>
                <a:gridCol w="249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1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Header + First Column</a:t>
                      </a:r>
                      <a:r>
                        <a:rPr lang="en-US" sz="2400" b="0" i="0" baseline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Gold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2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3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8052"/>
              </p:ext>
            </p:extLst>
          </p:nvPr>
        </p:nvGraphicFramePr>
        <p:xfrm>
          <a:off x="12192794" y="5717948"/>
          <a:ext cx="9985940" cy="3064476"/>
        </p:xfrm>
        <a:graphic>
          <a:graphicData uri="http://schemas.openxmlformats.org/drawingml/2006/table">
            <a:tbl>
              <a:tblPr firstRow="1" firstCol="1">
                <a:tableStyleId>{EB344D84-9AFB-497E-A393-DC336BA19D2E}</a:tableStyleId>
              </a:tblPr>
              <a:tblGrid>
                <a:gridCol w="249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bg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1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Header + First Column Black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2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3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178953"/>
              </p:ext>
            </p:extLst>
          </p:nvPr>
        </p:nvGraphicFramePr>
        <p:xfrm>
          <a:off x="1474788" y="9525794"/>
          <a:ext cx="9985940" cy="3427762"/>
        </p:xfrm>
        <a:graphic>
          <a:graphicData uri="http://schemas.openxmlformats.org/drawingml/2006/table">
            <a:tbl>
              <a:tblPr firstRow="1" firstCol="1" lastRow="1">
                <a:tableStyleId>{EB344D84-9AFB-497E-A393-DC336BA19D2E}</a:tableStyleId>
              </a:tblPr>
              <a:tblGrid>
                <a:gridCol w="249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1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Adv. Gold/Black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</a:t>
                      </a:r>
                      <a:r>
                        <a:rPr lang="en-US" sz="2400" b="0" i="0" baseline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 2</a:t>
                      </a:r>
                      <a:endParaRPr lang="en-US" sz="2400" b="0" i="0" dirty="0">
                        <a:solidFill>
                          <a:schemeClr val="tx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3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TOTAL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bg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bg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bg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573256"/>
              </p:ext>
            </p:extLst>
          </p:nvPr>
        </p:nvGraphicFramePr>
        <p:xfrm>
          <a:off x="12192794" y="9525794"/>
          <a:ext cx="9985940" cy="3427762"/>
        </p:xfrm>
        <a:graphic>
          <a:graphicData uri="http://schemas.openxmlformats.org/drawingml/2006/table">
            <a:tbl>
              <a:tblPr firstRow="1" firstCol="1" lastRow="1">
                <a:tableStyleId>{EB344D84-9AFB-497E-A393-DC336BA19D2E}</a:tableStyleId>
              </a:tblPr>
              <a:tblGrid>
                <a:gridCol w="249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9510"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 ExtraBold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1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2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Column 3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1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tx1"/>
                          </a:solidFill>
                          <a:latin typeface="Public Sans" pitchFamily="2" charset="77"/>
                          <a:ea typeface="Archivo" charset="0"/>
                          <a:cs typeface="Archivo" charset="0"/>
                        </a:rPr>
                        <a:t>Adv. Black/Gold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2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Row 3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tx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563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dirty="0">
                          <a:solidFill>
                            <a:schemeClr val="bg1"/>
                          </a:solidFill>
                          <a:latin typeface="Public Sans ExtraBold" pitchFamily="2" charset="77"/>
                          <a:ea typeface="Archivo" charset="0"/>
                          <a:cs typeface="Archivo" charset="0"/>
                        </a:rPr>
                        <a:t>TOTAL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bg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bg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0" i="0" dirty="0">
                        <a:solidFill>
                          <a:schemeClr val="bg1"/>
                        </a:solidFill>
                        <a:latin typeface="Public Sans" pitchFamily="2" charset="77"/>
                        <a:ea typeface="Archivo" charset="0"/>
                        <a:cs typeface="Archivo" charset="0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48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904155833"/>
              </p:ext>
            </p:extLst>
          </p:nvPr>
        </p:nvGraphicFramePr>
        <p:xfrm>
          <a:off x="12573794" y="4496594"/>
          <a:ext cx="10185929" cy="6790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itle 779"/>
          <p:cNvSpPr>
            <a:spLocks noGrp="1"/>
          </p:cNvSpPr>
          <p:nvPr>
            <p:ph type="title"/>
          </p:nvPr>
        </p:nvSpPr>
        <p:spPr>
          <a:xfrm>
            <a:off x="1292454" y="1524794"/>
            <a:ext cx="21032788" cy="1218282"/>
          </a:xfrm>
        </p:spPr>
        <p:txBody>
          <a:bodyPr/>
          <a:lstStyle/>
          <a:p>
            <a:r>
              <a:rPr lang="en-US" dirty="0"/>
              <a:t> Charts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3987794354"/>
              </p:ext>
            </p:extLst>
          </p:nvPr>
        </p:nvGraphicFramePr>
        <p:xfrm>
          <a:off x="1598313" y="4496594"/>
          <a:ext cx="10185929" cy="6790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351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943855800"/>
              </p:ext>
            </p:extLst>
          </p:nvPr>
        </p:nvGraphicFramePr>
        <p:xfrm>
          <a:off x="12573794" y="4496594"/>
          <a:ext cx="10185929" cy="6790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itle 779"/>
          <p:cNvSpPr>
            <a:spLocks noGrp="1"/>
          </p:cNvSpPr>
          <p:nvPr>
            <p:ph type="title"/>
          </p:nvPr>
        </p:nvSpPr>
        <p:spPr>
          <a:xfrm>
            <a:off x="1292454" y="1524794"/>
            <a:ext cx="21032788" cy="1218282"/>
          </a:xfrm>
        </p:spPr>
        <p:txBody>
          <a:bodyPr/>
          <a:lstStyle/>
          <a:p>
            <a:r>
              <a:rPr lang="en-US" dirty="0"/>
              <a:t>Pie Charts</a:t>
            </a: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300436447"/>
              </p:ext>
            </p:extLst>
          </p:nvPr>
        </p:nvGraphicFramePr>
        <p:xfrm>
          <a:off x="1598313" y="4496594"/>
          <a:ext cx="10185929" cy="6790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8970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itle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_ENG_template_2024_Presentation.potx" id="{124A55CC-FD57-455F-8C3E-8F27BA801124}" vid="{FA552FF9-B1E5-46AF-BE3B-6DB0170951A2}"/>
    </a:ext>
  </a:extLst>
</a:theme>
</file>

<file path=ppt/theme/theme2.xml><?xml version="1.0" encoding="utf-8"?>
<a:theme xmlns:a="http://schemas.openxmlformats.org/drawingml/2006/main" name="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_ENG_template_2024_Presentation.potx" id="{124A55CC-FD57-455F-8C3E-8F27BA801124}" vid="{89663F94-C448-4F44-AF64-0A893D98C0E4}"/>
    </a:ext>
  </a:extLst>
</a:theme>
</file>

<file path=ppt/theme/theme3.xml><?xml version="1.0" encoding="utf-8"?>
<a:theme xmlns:a="http://schemas.openxmlformats.org/drawingml/2006/main" name="Section Intro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Другая 5">
      <a:majorFont>
        <a:latin typeface="Source Serif Pro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_ENG_template_2024_Presentation.potx" id="{124A55CC-FD57-455F-8C3E-8F27BA801124}" vid="{81D36D7F-24BB-441B-A168-0EEEEBCF4F06}"/>
    </a:ext>
  </a:extLst>
</a:theme>
</file>

<file path=ppt/theme/theme4.xml><?xml version="1.0" encoding="utf-8"?>
<a:theme xmlns:a="http://schemas.openxmlformats.org/drawingml/2006/main" name="U of I Media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_ENG_template_2024_Presentation.potx" id="{124A55CC-FD57-455F-8C3E-8F27BA801124}" vid="{CA7DBED7-B3FA-4C04-B0B6-3E5B6E6FBC64}"/>
    </a:ext>
  </a:extLst>
</a:theme>
</file>

<file path=ppt/theme/theme5.xml><?xml version="1.0" encoding="utf-8"?>
<a:theme xmlns:a="http://schemas.openxmlformats.org/drawingml/2006/main" name="Closing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_ENG_template_2024_Presentation.potx" id="{124A55CC-FD57-455F-8C3E-8F27BA801124}" vid="{4656A439-9871-45A4-9DA1-F9EE513DB502}"/>
    </a:ext>
  </a:extLst>
</a:theme>
</file>

<file path=ppt/theme/theme6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0200790956CC4CB871800910585AFE" ma:contentTypeVersion="18" ma:contentTypeDescription="Create a new document." ma:contentTypeScope="" ma:versionID="e3f5dbc8e0590373b779d592d4b08539">
  <xsd:schema xmlns:xsd="http://www.w3.org/2001/XMLSchema" xmlns:xs="http://www.w3.org/2001/XMLSchema" xmlns:p="http://schemas.microsoft.com/office/2006/metadata/properties" xmlns:ns3="fe00a9d1-33bd-432f-89d6-2c415b8a05a1" xmlns:ns4="58d575f8-8555-4639-b84a-f329472d46ad" targetNamespace="http://schemas.microsoft.com/office/2006/metadata/properties" ma:root="true" ma:fieldsID="4409048302e8a6c0055b36d7458a69ee" ns3:_="" ns4:_="">
    <xsd:import namespace="fe00a9d1-33bd-432f-89d6-2c415b8a05a1"/>
    <xsd:import namespace="58d575f8-8555-4639-b84a-f329472d46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00a9d1-33bd-432f-89d6-2c415b8a05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575f8-8555-4639-b84a-f329472d46ad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00a9d1-33bd-432f-89d6-2c415b8a05a1" xsi:nil="true"/>
  </documentManagement>
</p:properties>
</file>

<file path=customXml/itemProps1.xml><?xml version="1.0" encoding="utf-8"?>
<ds:datastoreItem xmlns:ds="http://schemas.openxmlformats.org/officeDocument/2006/customXml" ds:itemID="{008BE8D7-0874-492E-A38F-8F402D8E87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00a9d1-33bd-432f-89d6-2c415b8a05a1"/>
    <ds:schemaRef ds:uri="58d575f8-8555-4639-b84a-f329472d46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E3125B-435B-44A2-A914-2C07ECEC6D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B83397-97B9-44BD-8922-0545C5301782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fe00a9d1-33bd-432f-89d6-2c415b8a05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58d575f8-8555-4639-b84a-f329472d46ad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ui_ENG_template_2024_Presentation</Template>
  <TotalTime>56</TotalTime>
  <Words>364</Words>
  <Application>Microsoft Office PowerPoint</Application>
  <PresentationFormat>Custom</PresentationFormat>
  <Paragraphs>119</Paragraphs>
  <Slides>12</Slides>
  <Notes>2</Notes>
  <HiddenSlides>4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Title Slides</vt:lpstr>
      <vt:lpstr>Text Slides</vt:lpstr>
      <vt:lpstr>Section Intro Slides</vt:lpstr>
      <vt:lpstr>U of I Media Slides</vt:lpstr>
      <vt:lpstr>Closing Slides</vt:lpstr>
      <vt:lpstr>Lab Safety</vt:lpstr>
      <vt:lpstr>Overview</vt:lpstr>
      <vt:lpstr>Lab hazards</vt:lpstr>
      <vt:lpstr>Lab hazards</vt:lpstr>
      <vt:lpstr>Safety equipment</vt:lpstr>
      <vt:lpstr>Emergency exits</vt:lpstr>
      <vt:lpstr>E-stop</vt:lpstr>
      <vt:lpstr>Food and drink</vt:lpstr>
      <vt:lpstr>Tables</vt:lpstr>
      <vt:lpstr>Tables</vt:lpstr>
      <vt:lpstr> Charts</vt:lpstr>
      <vt:lpstr>Pie 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Wing, Kevin (wing5640@vandals.uidaho.edu)</dc:creator>
  <cp:lastModifiedBy>Wing, Kevin (wing5640@vandals.uidaho.edu)</cp:lastModifiedBy>
  <cp:revision>42</cp:revision>
  <dcterms:created xsi:type="dcterms:W3CDTF">2026-06-10T16:22:07Z</dcterms:created>
  <dcterms:modified xsi:type="dcterms:W3CDTF">2026-06-12T16:55:55Z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0x010100800200790956CC4CB871800910585AFE</vt:lpwstr>
  </property>
</Properties>
</file>