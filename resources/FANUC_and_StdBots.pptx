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5" r:id="rId3"/>
    <p:sldId id="273" r:id="rId4"/>
    <p:sldId id="277" r:id="rId5"/>
    <p:sldId id="257" r:id="rId6"/>
    <p:sldId id="258" r:id="rId7"/>
    <p:sldId id="264" r:id="rId8"/>
    <p:sldId id="268" r:id="rId9"/>
    <p:sldId id="265" r:id="rId10"/>
    <p:sldId id="259" r:id="rId11"/>
    <p:sldId id="269" r:id="rId12"/>
    <p:sldId id="272" r:id="rId13"/>
    <p:sldId id="278" r:id="rId14"/>
    <p:sldId id="283" r:id="rId15"/>
    <p:sldId id="279" r:id="rId16"/>
    <p:sldId id="282" r:id="rId17"/>
    <p:sldId id="284" r:id="rId18"/>
    <p:sldId id="285" r:id="rId19"/>
    <p:sldId id="280" r:id="rId20"/>
    <p:sldId id="261" r:id="rId21"/>
    <p:sldId id="266" r:id="rId22"/>
    <p:sldId id="263" r:id="rId23"/>
    <p:sldId id="262" r:id="rId24"/>
    <p:sldId id="281" r:id="rId25"/>
    <p:sldId id="27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20C60B-9380-49EB-B13B-834B5AF916F0}" v="42" dt="2026-06-12T10:17:23.188"/>
    <p1510:client id="{9E8BB656-130A-AE84-8CCB-85C1133A5577}" v="88" dt="2026-06-12T16:30:29.844"/>
    <p1510:client id="{F5A83F4C-EFF7-904C-6376-83A74F11553F}" v="340" dt="2026-06-12T10:15:52.277"/>
    <p1510:client id="{FCA233D4-6B6C-7221-0679-2F5C60DC4330}" v="533" dt="2026-06-11T20:50:16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wden, Lacey (hunt3247@vandals.uidaho.edu)" userId="S::hunt3247@vandals.uidaho.edu::00e36877-4d68-474a-9cab-67e27c7d8759" providerId="AD" clId="Web-{FCA233D4-6B6C-7221-0679-2F5C60DC4330}"/>
    <pc:docChg chg="addSld delSld modSld sldOrd">
      <pc:chgData name="Bowden, Lacey (hunt3247@vandals.uidaho.edu)" userId="S::hunt3247@vandals.uidaho.edu::00e36877-4d68-474a-9cab-67e27c7d8759" providerId="AD" clId="Web-{FCA233D4-6B6C-7221-0679-2F5C60DC4330}" dt="2026-06-11T20:50:16.315" v="512"/>
      <pc:docMkLst>
        <pc:docMk/>
      </pc:docMkLst>
      <pc:sldChg chg="modSp">
        <pc:chgData name="Bowden, Lacey (hunt3247@vandals.uidaho.edu)" userId="S::hunt3247@vandals.uidaho.edu::00e36877-4d68-474a-9cab-67e27c7d8759" providerId="AD" clId="Web-{FCA233D4-6B6C-7221-0679-2F5C60DC4330}" dt="2026-06-11T18:46:55.803" v="396" actId="20577"/>
        <pc:sldMkLst>
          <pc:docMk/>
          <pc:sldMk cId="2017580725" sldId="258"/>
        </pc:sldMkLst>
        <pc:spChg chg="mod">
          <ac:chgData name="Bowden, Lacey (hunt3247@vandals.uidaho.edu)" userId="S::hunt3247@vandals.uidaho.edu::00e36877-4d68-474a-9cab-67e27c7d8759" providerId="AD" clId="Web-{FCA233D4-6B6C-7221-0679-2F5C60DC4330}" dt="2026-06-11T18:46:55.803" v="396" actId="20577"/>
          <ac:spMkLst>
            <pc:docMk/>
            <pc:sldMk cId="2017580725" sldId="258"/>
            <ac:spMk id="6" creationId="{670B08D6-C481-DE24-9B91-442D1559D704}"/>
          </ac:spMkLst>
        </pc:spChg>
      </pc:sldChg>
      <pc:sldChg chg="ord">
        <pc:chgData name="Bowden, Lacey (hunt3247@vandals.uidaho.edu)" userId="S::hunt3247@vandals.uidaho.edu::00e36877-4d68-474a-9cab-67e27c7d8759" providerId="AD" clId="Web-{FCA233D4-6B6C-7221-0679-2F5C60DC4330}" dt="2026-06-11T18:48:47.194" v="451"/>
        <pc:sldMkLst>
          <pc:docMk/>
          <pc:sldMk cId="47086597" sldId="261"/>
        </pc:sldMkLst>
      </pc:sldChg>
      <pc:sldChg chg="modSp ord addAnim">
        <pc:chgData name="Bowden, Lacey (hunt3247@vandals.uidaho.edu)" userId="S::hunt3247@vandals.uidaho.edu::00e36877-4d68-474a-9cab-67e27c7d8759" providerId="AD" clId="Web-{FCA233D4-6B6C-7221-0679-2F5C60DC4330}" dt="2026-06-11T18:51:17.210" v="482"/>
        <pc:sldMkLst>
          <pc:docMk/>
          <pc:sldMk cId="1466488035" sldId="263"/>
        </pc:sldMkLst>
        <pc:spChg chg="mod">
          <ac:chgData name="Bowden, Lacey (hunt3247@vandals.uidaho.edu)" userId="S::hunt3247@vandals.uidaho.edu::00e36877-4d68-474a-9cab-67e27c7d8759" providerId="AD" clId="Web-{FCA233D4-6B6C-7221-0679-2F5C60DC4330}" dt="2026-06-11T18:48:21.022" v="448" actId="20577"/>
          <ac:spMkLst>
            <pc:docMk/>
            <pc:sldMk cId="1466488035" sldId="263"/>
            <ac:spMk id="3" creationId="{A450FFE1-096F-18DB-91F3-1C1FCEDD37CD}"/>
          </ac:spMkLst>
        </pc:spChg>
      </pc:sldChg>
      <pc:sldChg chg="modSp">
        <pc:chgData name="Bowden, Lacey (hunt3247@vandals.uidaho.edu)" userId="S::hunt3247@vandals.uidaho.edu::00e36877-4d68-474a-9cab-67e27c7d8759" providerId="AD" clId="Web-{FCA233D4-6B6C-7221-0679-2F5C60DC4330}" dt="2026-06-11T18:48:59.335" v="455" actId="20577"/>
        <pc:sldMkLst>
          <pc:docMk/>
          <pc:sldMk cId="2080343755" sldId="264"/>
        </pc:sldMkLst>
        <pc:spChg chg="mod">
          <ac:chgData name="Bowden, Lacey (hunt3247@vandals.uidaho.edu)" userId="S::hunt3247@vandals.uidaho.edu::00e36877-4d68-474a-9cab-67e27c7d8759" providerId="AD" clId="Web-{FCA233D4-6B6C-7221-0679-2F5C60DC4330}" dt="2026-06-11T18:48:59.335" v="455" actId="20577"/>
          <ac:spMkLst>
            <pc:docMk/>
            <pc:sldMk cId="2080343755" sldId="264"/>
            <ac:spMk id="2" creationId="{A2DEEDE3-E316-52FD-1245-F84BED0017ED}"/>
          </ac:spMkLst>
        </pc:spChg>
      </pc:sldChg>
      <pc:sldChg chg="modSp ord">
        <pc:chgData name="Bowden, Lacey (hunt3247@vandals.uidaho.edu)" userId="S::hunt3247@vandals.uidaho.edu::00e36877-4d68-474a-9cab-67e27c7d8759" providerId="AD" clId="Web-{FCA233D4-6B6C-7221-0679-2F5C60DC4330}" dt="2026-06-11T18:48:47.194" v="450"/>
        <pc:sldMkLst>
          <pc:docMk/>
          <pc:sldMk cId="1357876127" sldId="266"/>
        </pc:sldMkLst>
        <pc:spChg chg="mod">
          <ac:chgData name="Bowden, Lacey (hunt3247@vandals.uidaho.edu)" userId="S::hunt3247@vandals.uidaho.edu::00e36877-4d68-474a-9cab-67e27c7d8759" providerId="AD" clId="Web-{FCA233D4-6B6C-7221-0679-2F5C60DC4330}" dt="2026-06-11T18:47:31.022" v="397" actId="20577"/>
          <ac:spMkLst>
            <pc:docMk/>
            <pc:sldMk cId="1357876127" sldId="266"/>
            <ac:spMk id="2" creationId="{C5F16E6F-B04B-9799-17C5-7545C9380056}"/>
          </ac:spMkLst>
        </pc:spChg>
      </pc:sldChg>
      <pc:sldChg chg="modSp">
        <pc:chgData name="Bowden, Lacey (hunt3247@vandals.uidaho.edu)" userId="S::hunt3247@vandals.uidaho.edu::00e36877-4d68-474a-9cab-67e27c7d8759" providerId="AD" clId="Web-{FCA233D4-6B6C-7221-0679-2F5C60DC4330}" dt="2026-06-11T18:49:03.382" v="457" actId="20577"/>
        <pc:sldMkLst>
          <pc:docMk/>
          <pc:sldMk cId="881239034" sldId="268"/>
        </pc:sldMkLst>
        <pc:spChg chg="mod">
          <ac:chgData name="Bowden, Lacey (hunt3247@vandals.uidaho.edu)" userId="S::hunt3247@vandals.uidaho.edu::00e36877-4d68-474a-9cab-67e27c7d8759" providerId="AD" clId="Web-{FCA233D4-6B6C-7221-0679-2F5C60DC4330}" dt="2026-06-11T18:49:03.382" v="457" actId="20577"/>
          <ac:spMkLst>
            <pc:docMk/>
            <pc:sldMk cId="881239034" sldId="268"/>
            <ac:spMk id="2" creationId="{59DB088E-8E22-8972-C925-55CB556B6B49}"/>
          </ac:spMkLst>
        </pc:spChg>
      </pc:sldChg>
      <pc:sldChg chg="del">
        <pc:chgData name="Bowden, Lacey (hunt3247@vandals.uidaho.edu)" userId="S::hunt3247@vandals.uidaho.edu::00e36877-4d68-474a-9cab-67e27c7d8759" providerId="AD" clId="Web-{FCA233D4-6B6C-7221-0679-2F5C60DC4330}" dt="2026-06-11T18:22:33.892" v="89"/>
        <pc:sldMkLst>
          <pc:docMk/>
          <pc:sldMk cId="2843570996" sldId="270"/>
        </pc:sldMkLst>
      </pc:sldChg>
      <pc:sldChg chg="del">
        <pc:chgData name="Bowden, Lacey (hunt3247@vandals.uidaho.edu)" userId="S::hunt3247@vandals.uidaho.edu::00e36877-4d68-474a-9cab-67e27c7d8759" providerId="AD" clId="Web-{FCA233D4-6B6C-7221-0679-2F5C60DC4330}" dt="2026-06-11T20:50:16.315" v="511"/>
        <pc:sldMkLst>
          <pc:docMk/>
          <pc:sldMk cId="1359491283" sldId="271"/>
        </pc:sldMkLst>
      </pc:sldChg>
      <pc:sldChg chg="modSp">
        <pc:chgData name="Bowden, Lacey (hunt3247@vandals.uidaho.edu)" userId="S::hunt3247@vandals.uidaho.edu::00e36877-4d68-474a-9cab-67e27c7d8759" providerId="AD" clId="Web-{FCA233D4-6B6C-7221-0679-2F5C60DC4330}" dt="2026-06-11T18:46:18.740" v="382" actId="20577"/>
        <pc:sldMkLst>
          <pc:docMk/>
          <pc:sldMk cId="3262642995" sldId="273"/>
        </pc:sldMkLst>
        <pc:spChg chg="mod">
          <ac:chgData name="Bowden, Lacey (hunt3247@vandals.uidaho.edu)" userId="S::hunt3247@vandals.uidaho.edu::00e36877-4d68-474a-9cab-67e27c7d8759" providerId="AD" clId="Web-{FCA233D4-6B6C-7221-0679-2F5C60DC4330}" dt="2026-06-11T18:46:18.740" v="382" actId="20577"/>
          <ac:spMkLst>
            <pc:docMk/>
            <pc:sldMk cId="3262642995" sldId="273"/>
            <ac:spMk id="3" creationId="{1CDE433A-70D6-7FF0-9F7D-D296210DEF7D}"/>
          </ac:spMkLst>
        </pc:spChg>
      </pc:sldChg>
      <pc:sldChg chg="addSp modSp new del">
        <pc:chgData name="Bowden, Lacey (hunt3247@vandals.uidaho.edu)" userId="S::hunt3247@vandals.uidaho.edu::00e36877-4d68-474a-9cab-67e27c7d8759" providerId="AD" clId="Web-{FCA233D4-6B6C-7221-0679-2F5C60DC4330}" dt="2026-06-11T20:50:16.315" v="512"/>
        <pc:sldMkLst>
          <pc:docMk/>
          <pc:sldMk cId="3817485255" sldId="274"/>
        </pc:sldMkLst>
        <pc:spChg chg="mod">
          <ac:chgData name="Bowden, Lacey (hunt3247@vandals.uidaho.edu)" userId="S::hunt3247@vandals.uidaho.edu::00e36877-4d68-474a-9cab-67e27c7d8759" providerId="AD" clId="Web-{FCA233D4-6B6C-7221-0679-2F5C60DC4330}" dt="2026-06-11T18:23:01.439" v="92" actId="20577"/>
          <ac:spMkLst>
            <pc:docMk/>
            <pc:sldMk cId="3817485255" sldId="274"/>
            <ac:spMk id="2" creationId="{57C199A0-0DF7-7EFB-6775-680E41C05A64}"/>
          </ac:spMkLst>
        </pc:spChg>
        <pc:spChg chg="mod">
          <ac:chgData name="Bowden, Lacey (hunt3247@vandals.uidaho.edu)" userId="S::hunt3247@vandals.uidaho.edu::00e36877-4d68-474a-9cab-67e27c7d8759" providerId="AD" clId="Web-{FCA233D4-6B6C-7221-0679-2F5C60DC4330}" dt="2026-06-11T18:23:56.892" v="154" actId="14100"/>
          <ac:spMkLst>
            <pc:docMk/>
            <pc:sldMk cId="3817485255" sldId="274"/>
            <ac:spMk id="3" creationId="{9898BBF6-D342-2541-F320-E61DD1B98AC6}"/>
          </ac:spMkLst>
        </pc:spChg>
        <pc:spChg chg="add mod">
          <ac:chgData name="Bowden, Lacey (hunt3247@vandals.uidaho.edu)" userId="S::hunt3247@vandals.uidaho.edu::00e36877-4d68-474a-9cab-67e27c7d8759" providerId="AD" clId="Web-{FCA233D4-6B6C-7221-0679-2F5C60DC4330}" dt="2026-06-11T18:24:54.205" v="215" actId="1076"/>
          <ac:spMkLst>
            <pc:docMk/>
            <pc:sldMk cId="3817485255" sldId="274"/>
            <ac:spMk id="5" creationId="{7D3910CC-2E8C-C47C-6359-CB20F2F0465D}"/>
          </ac:spMkLst>
        </pc:spChg>
      </pc:sldChg>
      <pc:sldChg chg="addSp delSp modSp new addAnim delAnim">
        <pc:chgData name="Bowden, Lacey (hunt3247@vandals.uidaho.edu)" userId="S::hunt3247@vandals.uidaho.edu::00e36877-4d68-474a-9cab-67e27c7d8759" providerId="AD" clId="Web-{FCA233D4-6B6C-7221-0679-2F5C60DC4330}" dt="2026-06-11T18:45:20.490" v="369" actId="14100"/>
        <pc:sldMkLst>
          <pc:docMk/>
          <pc:sldMk cId="601425918" sldId="275"/>
        </pc:sldMkLst>
        <pc:spChg chg="mod">
          <ac:chgData name="Bowden, Lacey (hunt3247@vandals.uidaho.edu)" userId="S::hunt3247@vandals.uidaho.edu::00e36877-4d68-474a-9cab-67e27c7d8759" providerId="AD" clId="Web-{FCA233D4-6B6C-7221-0679-2F5C60DC4330}" dt="2026-06-11T18:25:22.486" v="232" actId="20577"/>
          <ac:spMkLst>
            <pc:docMk/>
            <pc:sldMk cId="601425918" sldId="275"/>
            <ac:spMk id="2" creationId="{D67476C3-C4C8-EFCE-B402-B8497845651D}"/>
          </ac:spMkLst>
        </pc:spChg>
        <pc:spChg chg="mod">
          <ac:chgData name="Bowden, Lacey (hunt3247@vandals.uidaho.edu)" userId="S::hunt3247@vandals.uidaho.edu::00e36877-4d68-474a-9cab-67e27c7d8759" providerId="AD" clId="Web-{FCA233D4-6B6C-7221-0679-2F5C60DC4330}" dt="2026-06-11T18:45:20.490" v="369" actId="14100"/>
          <ac:spMkLst>
            <pc:docMk/>
            <pc:sldMk cId="601425918" sldId="275"/>
            <ac:spMk id="3" creationId="{E5D42968-6CF6-E202-29AA-FB4963A18418}"/>
          </ac:spMkLst>
        </pc:spChg>
        <pc:spChg chg="add del mod">
          <ac:chgData name="Bowden, Lacey (hunt3247@vandals.uidaho.edu)" userId="S::hunt3247@vandals.uidaho.edu::00e36877-4d68-474a-9cab-67e27c7d8759" providerId="AD" clId="Web-{FCA233D4-6B6C-7221-0679-2F5C60DC4330}" dt="2026-06-11T18:32:19.660" v="362"/>
          <ac:spMkLst>
            <pc:docMk/>
            <pc:sldMk cId="601425918" sldId="275"/>
            <ac:spMk id="6" creationId="{0DC59FE8-8CCF-ADBC-10A5-673DC31C43F7}"/>
          </ac:spMkLst>
        </pc:spChg>
        <pc:spChg chg="add mod">
          <ac:chgData name="Bowden, Lacey (hunt3247@vandals.uidaho.edu)" userId="S::hunt3247@vandals.uidaho.edu::00e36877-4d68-474a-9cab-67e27c7d8759" providerId="AD" clId="Web-{FCA233D4-6B6C-7221-0679-2F5C60DC4330}" dt="2026-06-11T18:30:34.331" v="352" actId="20577"/>
          <ac:spMkLst>
            <pc:docMk/>
            <pc:sldMk cId="601425918" sldId="275"/>
            <ac:spMk id="8" creationId="{3EC97902-AC79-4B5A-D2F3-3CC297DAAF23}"/>
          </ac:spMkLst>
        </pc:spChg>
        <pc:picChg chg="add del mod ord">
          <ac:chgData name="Bowden, Lacey (hunt3247@vandals.uidaho.edu)" userId="S::hunt3247@vandals.uidaho.edu::00e36877-4d68-474a-9cab-67e27c7d8759" providerId="AD" clId="Web-{FCA233D4-6B6C-7221-0679-2F5C60DC4330}" dt="2026-06-11T18:28:24.721" v="326"/>
          <ac:picMkLst>
            <pc:docMk/>
            <pc:sldMk cId="601425918" sldId="275"/>
            <ac:picMk id="4" creationId="{40E39EF7-CE0F-CD8D-10E4-7319E6D1A0AC}"/>
          </ac:picMkLst>
        </pc:picChg>
        <pc:picChg chg="add mod">
          <ac:chgData name="Bowden, Lacey (hunt3247@vandals.uidaho.edu)" userId="S::hunt3247@vandals.uidaho.edu::00e36877-4d68-474a-9cab-67e27c7d8759" providerId="AD" clId="Web-{FCA233D4-6B6C-7221-0679-2F5C60DC4330}" dt="2026-06-11T18:30:07.628" v="340" actId="1076"/>
          <ac:picMkLst>
            <pc:docMk/>
            <pc:sldMk cId="601425918" sldId="275"/>
            <ac:picMk id="5" creationId="{57748945-B914-B304-88DB-661C414FE2AA}"/>
          </ac:picMkLst>
        </pc:picChg>
      </pc:sldChg>
      <pc:sldChg chg="delSp modSp add ord replId delAnim">
        <pc:chgData name="Bowden, Lacey (hunt3247@vandals.uidaho.edu)" userId="S::hunt3247@vandals.uidaho.edu::00e36877-4d68-474a-9cab-67e27c7d8759" providerId="AD" clId="Web-{FCA233D4-6B6C-7221-0679-2F5C60DC4330}" dt="2026-06-11T18:50:55.820" v="481"/>
        <pc:sldMkLst>
          <pc:docMk/>
          <pc:sldMk cId="713319340" sldId="276"/>
        </pc:sldMkLst>
        <pc:spChg chg="mod">
          <ac:chgData name="Bowden, Lacey (hunt3247@vandals.uidaho.edu)" userId="S::hunt3247@vandals.uidaho.edu::00e36877-4d68-474a-9cab-67e27c7d8759" providerId="AD" clId="Web-{FCA233D4-6B6C-7221-0679-2F5C60DC4330}" dt="2026-06-11T18:45:36.068" v="375" actId="20577"/>
          <ac:spMkLst>
            <pc:docMk/>
            <pc:sldMk cId="713319340" sldId="276"/>
            <ac:spMk id="3" creationId="{49B2EC37-88AB-35A9-7D6D-840940990492}"/>
          </ac:spMkLst>
        </pc:spChg>
        <pc:spChg chg="del">
          <ac:chgData name="Bowden, Lacey (hunt3247@vandals.uidaho.edu)" userId="S::hunt3247@vandals.uidaho.edu::00e36877-4d68-474a-9cab-67e27c7d8759" providerId="AD" clId="Web-{FCA233D4-6B6C-7221-0679-2F5C60DC4330}" dt="2026-06-11T18:32:12.707" v="361"/>
          <ac:spMkLst>
            <pc:docMk/>
            <pc:sldMk cId="713319340" sldId="276"/>
            <ac:spMk id="6" creationId="{37291D47-3278-9C78-6BBF-C50FE3893260}"/>
          </ac:spMkLst>
        </pc:spChg>
        <pc:spChg chg="mod">
          <ac:chgData name="Bowden, Lacey (hunt3247@vandals.uidaho.edu)" userId="S::hunt3247@vandals.uidaho.edu::00e36877-4d68-474a-9cab-67e27c7d8759" providerId="AD" clId="Web-{FCA233D4-6B6C-7221-0679-2F5C60DC4330}" dt="2026-06-11T18:31:43.222" v="358" actId="1076"/>
          <ac:spMkLst>
            <pc:docMk/>
            <pc:sldMk cId="713319340" sldId="276"/>
            <ac:spMk id="8" creationId="{E366DA05-7A57-FD0C-E3C6-9AF0B3E9857B}"/>
          </ac:spMkLst>
        </pc:spChg>
        <pc:picChg chg="mod">
          <ac:chgData name="Bowden, Lacey (hunt3247@vandals.uidaho.edu)" userId="S::hunt3247@vandals.uidaho.edu::00e36877-4d68-474a-9cab-67e27c7d8759" providerId="AD" clId="Web-{FCA233D4-6B6C-7221-0679-2F5C60DC4330}" dt="2026-06-11T18:31:32.347" v="356" actId="1076"/>
          <ac:picMkLst>
            <pc:docMk/>
            <pc:sldMk cId="713319340" sldId="276"/>
            <ac:picMk id="5" creationId="{A2EE2AAC-EFD3-12B3-5E11-44D1788C3975}"/>
          </ac:picMkLst>
        </pc:picChg>
      </pc:sldChg>
      <pc:sldChg chg="modSp add replId">
        <pc:chgData name="Bowden, Lacey (hunt3247@vandals.uidaho.edu)" userId="S::hunt3247@vandals.uidaho.edu::00e36877-4d68-474a-9cab-67e27c7d8759" providerId="AD" clId="Web-{FCA233D4-6B6C-7221-0679-2F5C60DC4330}" dt="2026-06-11T18:49:42.351" v="459" actId="20577"/>
        <pc:sldMkLst>
          <pc:docMk/>
          <pc:sldMk cId="500675659" sldId="277"/>
        </pc:sldMkLst>
        <pc:spChg chg="mod">
          <ac:chgData name="Bowden, Lacey (hunt3247@vandals.uidaho.edu)" userId="S::hunt3247@vandals.uidaho.edu::00e36877-4d68-474a-9cab-67e27c7d8759" providerId="AD" clId="Web-{FCA233D4-6B6C-7221-0679-2F5C60DC4330}" dt="2026-06-11T18:49:42.351" v="459" actId="20577"/>
          <ac:spMkLst>
            <pc:docMk/>
            <pc:sldMk cId="500675659" sldId="277"/>
            <ac:spMk id="2" creationId="{B4F64CC5-5058-79D4-2768-7C7F389B4491}"/>
          </ac:spMkLst>
        </pc:spChg>
      </pc:sldChg>
      <pc:sldChg chg="modSp add replId">
        <pc:chgData name="Bowden, Lacey (hunt3247@vandals.uidaho.edu)" userId="S::hunt3247@vandals.uidaho.edu::00e36877-4d68-474a-9cab-67e27c7d8759" providerId="AD" clId="Web-{FCA233D4-6B6C-7221-0679-2F5C60DC4330}" dt="2026-06-11T18:49:59.007" v="466" actId="20577"/>
        <pc:sldMkLst>
          <pc:docMk/>
          <pc:sldMk cId="3143794668" sldId="278"/>
        </pc:sldMkLst>
        <pc:spChg chg="mod">
          <ac:chgData name="Bowden, Lacey (hunt3247@vandals.uidaho.edu)" userId="S::hunt3247@vandals.uidaho.edu::00e36877-4d68-474a-9cab-67e27c7d8759" providerId="AD" clId="Web-{FCA233D4-6B6C-7221-0679-2F5C60DC4330}" dt="2026-06-11T18:49:59.007" v="466" actId="20577"/>
          <ac:spMkLst>
            <pc:docMk/>
            <pc:sldMk cId="3143794668" sldId="278"/>
            <ac:spMk id="2" creationId="{F6686FE5-1F9E-F50E-872D-337A641B9BEE}"/>
          </ac:spMkLst>
        </pc:spChg>
      </pc:sldChg>
      <pc:sldChg chg="modSp new">
        <pc:chgData name="Bowden, Lacey (hunt3247@vandals.uidaho.edu)" userId="S::hunt3247@vandals.uidaho.edu::00e36877-4d68-474a-9cab-67e27c7d8759" providerId="AD" clId="Web-{FCA233D4-6B6C-7221-0679-2F5C60DC4330}" dt="2026-06-11T19:04:34.400" v="510" actId="20577"/>
        <pc:sldMkLst>
          <pc:docMk/>
          <pc:sldMk cId="2769277729" sldId="279"/>
        </pc:sldMkLst>
        <pc:spChg chg="mod">
          <ac:chgData name="Bowden, Lacey (hunt3247@vandals.uidaho.edu)" userId="S::hunt3247@vandals.uidaho.edu::00e36877-4d68-474a-9cab-67e27c7d8759" providerId="AD" clId="Web-{FCA233D4-6B6C-7221-0679-2F5C60DC4330}" dt="2026-06-11T18:50:06.991" v="471" actId="20577"/>
          <ac:spMkLst>
            <pc:docMk/>
            <pc:sldMk cId="2769277729" sldId="279"/>
            <ac:spMk id="2" creationId="{B03138E3-2EC1-6A48-D39C-C0ED8A9AF27C}"/>
          </ac:spMkLst>
        </pc:spChg>
        <pc:spChg chg="mod">
          <ac:chgData name="Bowden, Lacey (hunt3247@vandals.uidaho.edu)" userId="S::hunt3247@vandals.uidaho.edu::00e36877-4d68-474a-9cab-67e27c7d8759" providerId="AD" clId="Web-{FCA233D4-6B6C-7221-0679-2F5C60DC4330}" dt="2026-06-11T19:04:34.400" v="510" actId="20577"/>
          <ac:spMkLst>
            <pc:docMk/>
            <pc:sldMk cId="2769277729" sldId="279"/>
            <ac:spMk id="3" creationId="{E99AAF26-0577-7AF4-EA9B-4FD8FA4B4C9B}"/>
          </ac:spMkLst>
        </pc:spChg>
      </pc:sldChg>
      <pc:sldChg chg="modSp add replId">
        <pc:chgData name="Bowden, Lacey (hunt3247@vandals.uidaho.edu)" userId="S::hunt3247@vandals.uidaho.edu::00e36877-4d68-474a-9cab-67e27c7d8759" providerId="AD" clId="Web-{FCA233D4-6B6C-7221-0679-2F5C60DC4330}" dt="2026-06-11T18:50:41.741" v="480" actId="20577"/>
        <pc:sldMkLst>
          <pc:docMk/>
          <pc:sldMk cId="2073237859" sldId="280"/>
        </pc:sldMkLst>
        <pc:spChg chg="mod">
          <ac:chgData name="Bowden, Lacey (hunt3247@vandals.uidaho.edu)" userId="S::hunt3247@vandals.uidaho.edu::00e36877-4d68-474a-9cab-67e27c7d8759" providerId="AD" clId="Web-{FCA233D4-6B6C-7221-0679-2F5C60DC4330}" dt="2026-06-11T18:50:41.741" v="480" actId="20577"/>
          <ac:spMkLst>
            <pc:docMk/>
            <pc:sldMk cId="2073237859" sldId="280"/>
            <ac:spMk id="2" creationId="{CC0DF308-E07E-8FEA-8A94-2CDAB1356CE4}"/>
          </ac:spMkLst>
        </pc:spChg>
      </pc:sldChg>
      <pc:sldChg chg="add">
        <pc:chgData name="Bowden, Lacey (hunt3247@vandals.uidaho.edu)" userId="S::hunt3247@vandals.uidaho.edu::00e36877-4d68-474a-9cab-67e27c7d8759" providerId="AD" clId="Web-{FCA233D4-6B6C-7221-0679-2F5C60DC4330}" dt="2026-06-11T18:57:49.102" v="483"/>
        <pc:sldMkLst>
          <pc:docMk/>
          <pc:sldMk cId="3507064825" sldId="281"/>
        </pc:sldMkLst>
      </pc:sldChg>
    </pc:docChg>
  </pc:docChgLst>
  <pc:docChgLst>
    <pc:chgData name="Wing, Kevin (wing5640@vandals.uidaho.edu)" userId="S::wing5640@vandals.uidaho.edu::55948c75-8143-4574-b38a-48f2e1447b33" providerId="AD" clId="Web-{F5A83F4C-EFF7-904C-6376-83A74F11553F}"/>
    <pc:docChg chg="addSld modSld">
      <pc:chgData name="Wing, Kevin (wing5640@vandals.uidaho.edu)" userId="S::wing5640@vandals.uidaho.edu::55948c75-8143-4574-b38a-48f2e1447b33" providerId="AD" clId="Web-{F5A83F4C-EFF7-904C-6376-83A74F11553F}" dt="2026-06-12T10:15:52.277" v="223"/>
      <pc:docMkLst>
        <pc:docMk/>
      </pc:docMkLst>
      <pc:sldChg chg="addSp delSp modSp">
        <pc:chgData name="Wing, Kevin (wing5640@vandals.uidaho.edu)" userId="S::wing5640@vandals.uidaho.edu::55948c75-8143-4574-b38a-48f2e1447b33" providerId="AD" clId="Web-{F5A83F4C-EFF7-904C-6376-83A74F11553F}" dt="2026-06-12T10:05:03.632" v="158" actId="20577"/>
        <pc:sldMkLst>
          <pc:docMk/>
          <pc:sldMk cId="2769277729" sldId="279"/>
        </pc:sldMkLst>
        <pc:spChg chg="mod">
          <ac:chgData name="Wing, Kevin (wing5640@vandals.uidaho.edu)" userId="S::wing5640@vandals.uidaho.edu::55948c75-8143-4574-b38a-48f2e1447b33" providerId="AD" clId="Web-{F5A83F4C-EFF7-904C-6376-83A74F11553F}" dt="2026-06-12T09:51:09.128" v="6" actId="20577"/>
          <ac:spMkLst>
            <pc:docMk/>
            <pc:sldMk cId="2769277729" sldId="279"/>
            <ac:spMk id="2" creationId="{B03138E3-2EC1-6A48-D39C-C0ED8A9AF27C}"/>
          </ac:spMkLst>
        </pc:spChg>
        <pc:spChg chg="del mod">
          <ac:chgData name="Wing, Kevin (wing5640@vandals.uidaho.edu)" userId="S::wing5640@vandals.uidaho.edu::55948c75-8143-4574-b38a-48f2e1447b33" providerId="AD" clId="Web-{F5A83F4C-EFF7-904C-6376-83A74F11553F}" dt="2026-06-12T09:53:01.661" v="18"/>
          <ac:spMkLst>
            <pc:docMk/>
            <pc:sldMk cId="2769277729" sldId="279"/>
            <ac:spMk id="3" creationId="{E99AAF26-0577-7AF4-EA9B-4FD8FA4B4C9B}"/>
          </ac:spMkLst>
        </pc:spChg>
        <pc:spChg chg="add mod">
          <ac:chgData name="Wing, Kevin (wing5640@vandals.uidaho.edu)" userId="S::wing5640@vandals.uidaho.edu::55948c75-8143-4574-b38a-48f2e1447b33" providerId="AD" clId="Web-{F5A83F4C-EFF7-904C-6376-83A74F11553F}" dt="2026-06-12T10:05:03.632" v="158" actId="20577"/>
          <ac:spMkLst>
            <pc:docMk/>
            <pc:sldMk cId="2769277729" sldId="279"/>
            <ac:spMk id="5" creationId="{B7CA7875-109F-7D33-8B94-BCFCD2BC6018}"/>
          </ac:spMkLst>
        </pc:spChg>
        <pc:picChg chg="add mod ord">
          <ac:chgData name="Wing, Kevin (wing5640@vandals.uidaho.edu)" userId="S::wing5640@vandals.uidaho.edu::55948c75-8143-4574-b38a-48f2e1447b33" providerId="AD" clId="Web-{F5A83F4C-EFF7-904C-6376-83A74F11553F}" dt="2026-06-12T09:53:12.833" v="20" actId="1076"/>
          <ac:picMkLst>
            <pc:docMk/>
            <pc:sldMk cId="2769277729" sldId="279"/>
            <ac:picMk id="4" creationId="{E5CCA576-9232-72E9-2166-B8F1B3E7230B}"/>
          </ac:picMkLst>
        </pc:picChg>
      </pc:sldChg>
      <pc:sldChg chg="addSp delSp modSp new">
        <pc:chgData name="Wing, Kevin (wing5640@vandals.uidaho.edu)" userId="S::wing5640@vandals.uidaho.edu::55948c75-8143-4574-b38a-48f2e1447b33" providerId="AD" clId="Web-{F5A83F4C-EFF7-904C-6376-83A74F11553F}" dt="2026-06-12T10:15:52.277" v="223"/>
        <pc:sldMkLst>
          <pc:docMk/>
          <pc:sldMk cId="542703040" sldId="282"/>
        </pc:sldMkLst>
        <pc:spChg chg="mod">
          <ac:chgData name="Wing, Kevin (wing5640@vandals.uidaho.edu)" userId="S::wing5640@vandals.uidaho.edu::55948c75-8143-4574-b38a-48f2e1447b33" providerId="AD" clId="Web-{F5A83F4C-EFF7-904C-6376-83A74F11553F}" dt="2026-06-12T09:51:25.847" v="17" actId="20577"/>
          <ac:spMkLst>
            <pc:docMk/>
            <pc:sldMk cId="542703040" sldId="282"/>
            <ac:spMk id="2" creationId="{FDBEAED3-EB52-EBF7-1880-62B46948A953}"/>
          </ac:spMkLst>
        </pc:spChg>
        <pc:spChg chg="del">
          <ac:chgData name="Wing, Kevin (wing5640@vandals.uidaho.edu)" userId="S::wing5640@vandals.uidaho.edu::55948c75-8143-4574-b38a-48f2e1447b33" providerId="AD" clId="Web-{F5A83F4C-EFF7-904C-6376-83A74F11553F}" dt="2026-06-12T10:06:03.384" v="159"/>
          <ac:spMkLst>
            <pc:docMk/>
            <pc:sldMk cId="542703040" sldId="282"/>
            <ac:spMk id="3" creationId="{72ECBD10-3590-B9D8-0A7D-E2BA56632B56}"/>
          </ac:spMkLst>
        </pc:spChg>
        <pc:spChg chg="add">
          <ac:chgData name="Wing, Kevin (wing5640@vandals.uidaho.edu)" userId="S::wing5640@vandals.uidaho.edu::55948c75-8143-4574-b38a-48f2e1447b33" providerId="AD" clId="Web-{F5A83F4C-EFF7-904C-6376-83A74F11553F}" dt="2026-06-12T10:07:40.231" v="164"/>
          <ac:spMkLst>
            <pc:docMk/>
            <pc:sldMk cId="542703040" sldId="282"/>
            <ac:spMk id="5" creationId="{7459D7B9-F6B1-F023-7944-9ECDD51003B9}"/>
          </ac:spMkLst>
        </pc:spChg>
        <pc:spChg chg="add del">
          <ac:chgData name="Wing, Kevin (wing5640@vandals.uidaho.edu)" userId="S::wing5640@vandals.uidaho.edu::55948c75-8143-4574-b38a-48f2e1447b33" providerId="AD" clId="Web-{F5A83F4C-EFF7-904C-6376-83A74F11553F}" dt="2026-06-12T10:07:41.387" v="166"/>
          <ac:spMkLst>
            <pc:docMk/>
            <pc:sldMk cId="542703040" sldId="282"/>
            <ac:spMk id="6" creationId="{38A881EC-072B-BF62-9A8F-78A288FBEF96}"/>
          </ac:spMkLst>
        </pc:spChg>
        <pc:spChg chg="add del">
          <ac:chgData name="Wing, Kevin (wing5640@vandals.uidaho.edu)" userId="S::wing5640@vandals.uidaho.edu::55948c75-8143-4574-b38a-48f2e1447b33" providerId="AD" clId="Web-{F5A83F4C-EFF7-904C-6376-83A74F11553F}" dt="2026-06-12T10:07:48.903" v="168"/>
          <ac:spMkLst>
            <pc:docMk/>
            <pc:sldMk cId="542703040" sldId="282"/>
            <ac:spMk id="7" creationId="{81461E5D-DB71-FB25-EA76-A14979A480F9}"/>
          </ac:spMkLst>
        </pc:spChg>
        <pc:spChg chg="add del mod">
          <ac:chgData name="Wing, Kevin (wing5640@vandals.uidaho.edu)" userId="S::wing5640@vandals.uidaho.edu::55948c75-8143-4574-b38a-48f2e1447b33" providerId="AD" clId="Web-{F5A83F4C-EFF7-904C-6376-83A74F11553F}" dt="2026-06-12T10:08:19.763" v="173"/>
          <ac:spMkLst>
            <pc:docMk/>
            <pc:sldMk cId="542703040" sldId="282"/>
            <ac:spMk id="8" creationId="{3687347A-73C1-CEDE-732F-1AD0C7EDA0AD}"/>
          </ac:spMkLst>
        </pc:spChg>
        <pc:spChg chg="add del">
          <ac:chgData name="Wing, Kevin (wing5640@vandals.uidaho.edu)" userId="S::wing5640@vandals.uidaho.edu::55948c75-8143-4574-b38a-48f2e1447b33" providerId="AD" clId="Web-{F5A83F4C-EFF7-904C-6376-83A74F11553F}" dt="2026-06-12T10:08:29.982" v="175"/>
          <ac:spMkLst>
            <pc:docMk/>
            <pc:sldMk cId="542703040" sldId="282"/>
            <ac:spMk id="9" creationId="{9C6A2055-1733-496E-93EF-F5F551ED9231}"/>
          </ac:spMkLst>
        </pc:spChg>
        <pc:spChg chg="add mod">
          <ac:chgData name="Wing, Kevin (wing5640@vandals.uidaho.edu)" userId="S::wing5640@vandals.uidaho.edu::55948c75-8143-4574-b38a-48f2e1447b33" providerId="AD" clId="Web-{F5A83F4C-EFF7-904C-6376-83A74F11553F}" dt="2026-06-12T10:10:02.999" v="203" actId="20577"/>
          <ac:spMkLst>
            <pc:docMk/>
            <pc:sldMk cId="542703040" sldId="282"/>
            <ac:spMk id="10" creationId="{235E5ED3-B2DA-5A22-45C5-3FD6018AF6C6}"/>
          </ac:spMkLst>
        </pc:spChg>
        <pc:spChg chg="add del">
          <ac:chgData name="Wing, Kevin (wing5640@vandals.uidaho.edu)" userId="S::wing5640@vandals.uidaho.edu::55948c75-8143-4574-b38a-48f2e1447b33" providerId="AD" clId="Web-{F5A83F4C-EFF7-904C-6376-83A74F11553F}" dt="2026-06-12T10:15:52.277" v="223"/>
          <ac:spMkLst>
            <pc:docMk/>
            <pc:sldMk cId="542703040" sldId="282"/>
            <ac:spMk id="11" creationId="{FB0B9667-77F8-BE63-84D1-5C6864F9D968}"/>
          </ac:spMkLst>
        </pc:spChg>
        <pc:picChg chg="add mod ord">
          <ac:chgData name="Wing, Kevin (wing5640@vandals.uidaho.edu)" userId="S::wing5640@vandals.uidaho.edu::55948c75-8143-4574-b38a-48f2e1447b33" providerId="AD" clId="Web-{F5A83F4C-EFF7-904C-6376-83A74F11553F}" dt="2026-06-12T10:06:20.463" v="163" actId="1076"/>
          <ac:picMkLst>
            <pc:docMk/>
            <pc:sldMk cId="542703040" sldId="282"/>
            <ac:picMk id="4" creationId="{509246AD-6324-A80B-E1AC-508D7BFFC7AF}"/>
          </ac:picMkLst>
        </pc:picChg>
      </pc:sldChg>
      <pc:sldChg chg="addSp delSp modSp new">
        <pc:chgData name="Wing, Kevin (wing5640@vandals.uidaho.edu)" userId="S::wing5640@vandals.uidaho.edu::55948c75-8143-4574-b38a-48f2e1447b33" providerId="AD" clId="Web-{F5A83F4C-EFF7-904C-6376-83A74F11553F}" dt="2026-06-12T10:00:40.258" v="112" actId="20577"/>
        <pc:sldMkLst>
          <pc:docMk/>
          <pc:sldMk cId="2862905458" sldId="283"/>
        </pc:sldMkLst>
        <pc:spChg chg="mod">
          <ac:chgData name="Wing, Kevin (wing5640@vandals.uidaho.edu)" userId="S::wing5640@vandals.uidaho.edu::55948c75-8143-4574-b38a-48f2e1447b33" providerId="AD" clId="Web-{F5A83F4C-EFF7-904C-6376-83A74F11553F}" dt="2026-06-12T09:53:55.177" v="30" actId="20577"/>
          <ac:spMkLst>
            <pc:docMk/>
            <pc:sldMk cId="2862905458" sldId="283"/>
            <ac:spMk id="2" creationId="{ADC48F92-9AC6-0BBE-8A7F-77186760054F}"/>
          </ac:spMkLst>
        </pc:spChg>
        <pc:spChg chg="del">
          <ac:chgData name="Wing, Kevin (wing5640@vandals.uidaho.edu)" userId="S::wing5640@vandals.uidaho.edu::55948c75-8143-4574-b38a-48f2e1447b33" providerId="AD" clId="Web-{F5A83F4C-EFF7-904C-6376-83A74F11553F}" dt="2026-06-12T09:54:31.225" v="31"/>
          <ac:spMkLst>
            <pc:docMk/>
            <pc:sldMk cId="2862905458" sldId="283"/>
            <ac:spMk id="3" creationId="{CD8EC799-8B6A-526E-939C-892C1D4DEAAD}"/>
          </ac:spMkLst>
        </pc:spChg>
        <pc:spChg chg="add mod">
          <ac:chgData name="Wing, Kevin (wing5640@vandals.uidaho.edu)" userId="S::wing5640@vandals.uidaho.edu::55948c75-8143-4574-b38a-48f2e1447b33" providerId="AD" clId="Web-{F5A83F4C-EFF7-904C-6376-83A74F11553F}" dt="2026-06-12T10:00:40.258" v="112" actId="20577"/>
          <ac:spMkLst>
            <pc:docMk/>
            <pc:sldMk cId="2862905458" sldId="283"/>
            <ac:spMk id="5" creationId="{656C78E2-D101-273A-3127-FB1D2D530C57}"/>
          </ac:spMkLst>
        </pc:spChg>
        <pc:picChg chg="add mod ord">
          <ac:chgData name="Wing, Kevin (wing5640@vandals.uidaho.edu)" userId="S::wing5640@vandals.uidaho.edu::55948c75-8143-4574-b38a-48f2e1447b33" providerId="AD" clId="Web-{F5A83F4C-EFF7-904C-6376-83A74F11553F}" dt="2026-06-12T09:54:41.303" v="32" actId="1076"/>
          <ac:picMkLst>
            <pc:docMk/>
            <pc:sldMk cId="2862905458" sldId="283"/>
            <ac:picMk id="4" creationId="{38EBC718-CF20-3A02-0765-09E263B9FDB5}"/>
          </ac:picMkLst>
        </pc:picChg>
      </pc:sldChg>
      <pc:sldChg chg="modSp new">
        <pc:chgData name="Wing, Kevin (wing5640@vandals.uidaho.edu)" userId="S::wing5640@vandals.uidaho.edu::55948c75-8143-4574-b38a-48f2e1447b33" providerId="AD" clId="Web-{F5A83F4C-EFF7-904C-6376-83A74F11553F}" dt="2026-06-12T10:13:54.940" v="221" actId="20577"/>
        <pc:sldMkLst>
          <pc:docMk/>
          <pc:sldMk cId="4011236270" sldId="284"/>
        </pc:sldMkLst>
        <pc:spChg chg="mod">
          <ac:chgData name="Wing, Kevin (wing5640@vandals.uidaho.edu)" userId="S::wing5640@vandals.uidaho.edu::55948c75-8143-4574-b38a-48f2e1447b33" providerId="AD" clId="Web-{F5A83F4C-EFF7-904C-6376-83A74F11553F}" dt="2026-06-12T10:12:53.924" v="208" actId="20577"/>
          <ac:spMkLst>
            <pc:docMk/>
            <pc:sldMk cId="4011236270" sldId="284"/>
            <ac:spMk id="2" creationId="{5DF60709-1E41-CFC9-B347-29DD83F6FC55}"/>
          </ac:spMkLst>
        </pc:spChg>
        <pc:spChg chg="mod">
          <ac:chgData name="Wing, Kevin (wing5640@vandals.uidaho.edu)" userId="S::wing5640@vandals.uidaho.edu::55948c75-8143-4574-b38a-48f2e1447b33" providerId="AD" clId="Web-{F5A83F4C-EFF7-904C-6376-83A74F11553F}" dt="2026-06-12T10:13:54.940" v="221" actId="20577"/>
          <ac:spMkLst>
            <pc:docMk/>
            <pc:sldMk cId="4011236270" sldId="284"/>
            <ac:spMk id="3" creationId="{054560CD-A6CB-A0A1-A900-CC75C80215A9}"/>
          </ac:spMkLst>
        </pc:spChg>
      </pc:sldChg>
    </pc:docChg>
  </pc:docChgLst>
  <pc:docChgLst>
    <pc:chgData name="Wing, Kevin (wing5640@vandals.uidaho.edu)" userId="S::wing5640@vandals.uidaho.edu::55948c75-8143-4574-b38a-48f2e1447b33" providerId="AD" clId="Web-{9E8BB656-130A-AE84-8CCB-85C1133A5577}"/>
    <pc:docChg chg="addSld modSld">
      <pc:chgData name="Wing, Kevin (wing5640@vandals.uidaho.edu)" userId="S::wing5640@vandals.uidaho.edu::55948c75-8143-4574-b38a-48f2e1447b33" providerId="AD" clId="Web-{9E8BB656-130A-AE84-8CCB-85C1133A5577}" dt="2026-06-12T16:30:29.844" v="88" actId="20577"/>
      <pc:docMkLst>
        <pc:docMk/>
      </pc:docMkLst>
      <pc:sldChg chg="modSp new">
        <pc:chgData name="Wing, Kevin (wing5640@vandals.uidaho.edu)" userId="S::wing5640@vandals.uidaho.edu::55948c75-8143-4574-b38a-48f2e1447b33" providerId="AD" clId="Web-{9E8BB656-130A-AE84-8CCB-85C1133A5577}" dt="2026-06-12T16:30:29.844" v="88" actId="20577"/>
        <pc:sldMkLst>
          <pc:docMk/>
          <pc:sldMk cId="3466719281" sldId="285"/>
        </pc:sldMkLst>
        <pc:spChg chg="mod">
          <ac:chgData name="Wing, Kevin (wing5640@vandals.uidaho.edu)" userId="S::wing5640@vandals.uidaho.edu::55948c75-8143-4574-b38a-48f2e1447b33" providerId="AD" clId="Web-{9E8BB656-130A-AE84-8CCB-85C1133A5577}" dt="2026-06-12T16:28:10.142" v="13" actId="20577"/>
          <ac:spMkLst>
            <pc:docMk/>
            <pc:sldMk cId="3466719281" sldId="285"/>
            <ac:spMk id="2" creationId="{BA9295CD-32E4-D952-E296-4B4D8252C823}"/>
          </ac:spMkLst>
        </pc:spChg>
        <pc:spChg chg="mod">
          <ac:chgData name="Wing, Kevin (wing5640@vandals.uidaho.edu)" userId="S::wing5640@vandals.uidaho.edu::55948c75-8143-4574-b38a-48f2e1447b33" providerId="AD" clId="Web-{9E8BB656-130A-AE84-8CCB-85C1133A5577}" dt="2026-06-12T16:30:29.844" v="88" actId="20577"/>
          <ac:spMkLst>
            <pc:docMk/>
            <pc:sldMk cId="3466719281" sldId="285"/>
            <ac:spMk id="3" creationId="{3E71025D-3174-3277-CCDA-D7D5DAC3DDF1}"/>
          </ac:spMkLst>
        </pc:spChg>
      </pc:sldChg>
    </pc:docChg>
  </pc:docChgLst>
  <pc:docChgLst>
    <pc:chgData name="Bowden, Lacey (hunt3247@vandals.uidaho.edu)" userId="S::hunt3247@vandals.uidaho.edu::00e36877-4d68-474a-9cab-67e27c7d8759" providerId="AD" clId="Web-{DA621D97-433A-314F-CE6C-03A719A6D11C}"/>
    <pc:docChg chg="addSld modSld">
      <pc:chgData name="Bowden, Lacey (hunt3247@vandals.uidaho.edu)" userId="S::hunt3247@vandals.uidaho.edu::00e36877-4d68-474a-9cab-67e27c7d8759" providerId="AD" clId="Web-{DA621D97-433A-314F-CE6C-03A719A6D11C}" dt="2026-06-09T19:12:20.882" v="28" actId="20577"/>
      <pc:docMkLst>
        <pc:docMk/>
      </pc:docMkLst>
      <pc:sldChg chg="modSp">
        <pc:chgData name="Bowden, Lacey (hunt3247@vandals.uidaho.edu)" userId="S::hunt3247@vandals.uidaho.edu::00e36877-4d68-474a-9cab-67e27c7d8759" providerId="AD" clId="Web-{DA621D97-433A-314F-CE6C-03A719A6D11C}" dt="2026-06-09T19:12:01.069" v="5" actId="20577"/>
        <pc:sldMkLst>
          <pc:docMk/>
          <pc:sldMk cId="109857222" sldId="256"/>
        </pc:sldMkLst>
        <pc:spChg chg="mod">
          <ac:chgData name="Bowden, Lacey (hunt3247@vandals.uidaho.edu)" userId="S::hunt3247@vandals.uidaho.edu::00e36877-4d68-474a-9cab-67e27c7d8759" providerId="AD" clId="Web-{DA621D97-433A-314F-CE6C-03A719A6D11C}" dt="2026-06-09T19:12:01.069" v="5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 new">
        <pc:chgData name="Bowden, Lacey (hunt3247@vandals.uidaho.edu)" userId="S::hunt3247@vandals.uidaho.edu::00e36877-4d68-474a-9cab-67e27c7d8759" providerId="AD" clId="Web-{DA621D97-433A-314F-CE6C-03A719A6D11C}" dt="2026-06-09T19:12:20.882" v="28" actId="20577"/>
        <pc:sldMkLst>
          <pc:docMk/>
          <pc:sldMk cId="3262642995" sldId="273"/>
        </pc:sldMkLst>
        <pc:spChg chg="mod">
          <ac:chgData name="Bowden, Lacey (hunt3247@vandals.uidaho.edu)" userId="S::hunt3247@vandals.uidaho.edu::00e36877-4d68-474a-9cab-67e27c7d8759" providerId="AD" clId="Web-{DA621D97-433A-314F-CE6C-03A719A6D11C}" dt="2026-06-09T19:12:20.882" v="28" actId="20577"/>
          <ac:spMkLst>
            <pc:docMk/>
            <pc:sldMk cId="3262642995" sldId="273"/>
            <ac:spMk id="2" creationId="{75B87F86-8041-C708-1810-84839E5376A1}"/>
          </ac:spMkLst>
        </pc:spChg>
      </pc:sldChg>
    </pc:docChg>
  </pc:docChgLst>
  <pc:docChgLst>
    <pc:chgData name="Wing, Kevin (wing5640@vandals.uidaho.edu)" userId="55948c75-8143-4574-b38a-48f2e1447b33" providerId="ADAL" clId="{10DB1A84-EB06-41BA-9016-1DCBF0E24537}"/>
    <pc:docChg chg="custSel modSld">
      <pc:chgData name="Wing, Kevin (wing5640@vandals.uidaho.edu)" userId="55948c75-8143-4574-b38a-48f2e1447b33" providerId="ADAL" clId="{10DB1A84-EB06-41BA-9016-1DCBF0E24537}" dt="2026-06-12T10:17:23.188" v="41" actId="1076"/>
      <pc:docMkLst>
        <pc:docMk/>
      </pc:docMkLst>
      <pc:sldChg chg="addSp modSp mod">
        <pc:chgData name="Wing, Kevin (wing5640@vandals.uidaho.edu)" userId="55948c75-8143-4574-b38a-48f2e1447b33" providerId="ADAL" clId="{10DB1A84-EB06-41BA-9016-1DCBF0E24537}" dt="2026-06-12T10:17:23.188" v="41" actId="1076"/>
        <pc:sldMkLst>
          <pc:docMk/>
          <pc:sldMk cId="542703040" sldId="282"/>
        </pc:sldMkLst>
        <pc:spChg chg="add mod">
          <ac:chgData name="Wing, Kevin (wing5640@vandals.uidaho.edu)" userId="55948c75-8143-4574-b38a-48f2e1447b33" providerId="ADAL" clId="{10DB1A84-EB06-41BA-9016-1DCBF0E24537}" dt="2026-06-12T10:17:23.188" v="41" actId="1076"/>
          <ac:spMkLst>
            <pc:docMk/>
            <pc:sldMk cId="542703040" sldId="282"/>
            <ac:spMk id="3" creationId="{26515C88-24EC-D8A1-12B9-232F6C525B74}"/>
          </ac:spMkLst>
        </pc:spChg>
      </pc:sldChg>
    </pc:docChg>
  </pc:docChgLst>
  <pc:docChgLst>
    <pc:chgData name="Bowden, Lacey (hunt3247@vandals.uidaho.edu)" userId="S::hunt3247@vandals.uidaho.edu::00e36877-4d68-474a-9cab-67e27c7d8759" providerId="AD" clId="Web-{42DF26A5-C41F-52B8-82D4-BF6F97EEF410}"/>
    <pc:docChg chg="modSld">
      <pc:chgData name="Bowden, Lacey (hunt3247@vandals.uidaho.edu)" userId="S::hunt3247@vandals.uidaho.edu::00e36877-4d68-474a-9cab-67e27c7d8759" providerId="AD" clId="Web-{42DF26A5-C41F-52B8-82D4-BF6F97EEF410}" dt="2026-06-05T23:25:37.395" v="8" actId="20577"/>
      <pc:docMkLst>
        <pc:docMk/>
      </pc:docMkLst>
      <pc:sldChg chg="modSp">
        <pc:chgData name="Bowden, Lacey (hunt3247@vandals.uidaho.edu)" userId="S::hunt3247@vandals.uidaho.edu::00e36877-4d68-474a-9cab-67e27c7d8759" providerId="AD" clId="Web-{42DF26A5-C41F-52B8-82D4-BF6F97EEF410}" dt="2026-06-05T23:25:37.395" v="8" actId="20577"/>
        <pc:sldMkLst>
          <pc:docMk/>
          <pc:sldMk cId="109857222" sldId="256"/>
        </pc:sldMkLst>
        <pc:spChg chg="mod">
          <ac:chgData name="Bowden, Lacey (hunt3247@vandals.uidaho.edu)" userId="S::hunt3247@vandals.uidaho.edu::00e36877-4d68-474a-9cab-67e27c7d8759" providerId="AD" clId="Web-{42DF26A5-C41F-52B8-82D4-BF6F97EEF410}" dt="2026-06-05T23:25:37.395" v="8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ngall.com/pin-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93Grb3Pxido?feature=oembed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6Wmw4lUHlX8?feature=oembed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ngall.com/pin-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CIIR Robots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Robotics Bootcamp 2026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476C3-C4C8-EFCE-B402-B84978456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 of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42968-6CF6-E202-29AA-FB4963A18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840" y="1683385"/>
            <a:ext cx="7366000" cy="48085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Introduction to Robots and robot types</a:t>
            </a:r>
          </a:p>
          <a:p>
            <a:r>
              <a:rPr lang="en-US"/>
              <a:t>Meet our robots</a:t>
            </a:r>
          </a:p>
          <a:p>
            <a:r>
              <a:rPr lang="en-US"/>
              <a:t>Lab safety</a:t>
            </a:r>
          </a:p>
          <a:p>
            <a:r>
              <a:rPr lang="en-US"/>
              <a:t>Install/go over Python drivers</a:t>
            </a:r>
          </a:p>
          <a:p>
            <a:r>
              <a:rPr lang="en-US" b="1"/>
              <a:t>LUNCH</a:t>
            </a:r>
          </a:p>
          <a:p>
            <a:r>
              <a:rPr lang="en-US"/>
              <a:t>Brief Lab Tour</a:t>
            </a:r>
          </a:p>
          <a:p>
            <a:r>
              <a:rPr lang="en-US"/>
              <a:t>Teaching Pendant Lab</a:t>
            </a:r>
          </a:p>
          <a:p>
            <a:r>
              <a:rPr lang="en-US"/>
              <a:t>Python Lab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If extra time: switch robots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748945-B914-B304-88DB-661C414FE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1851660" y="1826260"/>
            <a:ext cx="726440" cy="7772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C97902-AC79-4B5A-D2F3-3CC297DAAF23}"/>
              </a:ext>
            </a:extLst>
          </p:cNvPr>
          <p:cNvSpPr txBox="1"/>
          <p:nvPr/>
        </p:nvSpPr>
        <p:spPr>
          <a:xfrm>
            <a:off x="660400" y="2032000"/>
            <a:ext cx="1432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We are here.</a:t>
            </a:r>
          </a:p>
        </p:txBody>
      </p:sp>
    </p:spTree>
    <p:extLst>
      <p:ext uri="{BB962C8B-B14F-4D97-AF65-F5344CB8AC3E}">
        <p14:creationId xmlns:p14="http://schemas.microsoft.com/office/powerpoint/2010/main" val="60142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87F86-8041-C708-1810-84839E537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Center for Intelligent Industrial Robotics (CIIR)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E433A-70D6-7FF0-9F7D-D296210DE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lab downstairs (tour coming soon...) is full of many different robots, student projects, labs, etc.</a:t>
            </a:r>
          </a:p>
          <a:p>
            <a:r>
              <a:rPr lang="en-US"/>
              <a:t>Today, we will be working with two robot types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FANUC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Standard Bot</a:t>
            </a:r>
          </a:p>
        </p:txBody>
      </p:sp>
    </p:spTree>
    <p:extLst>
      <p:ext uri="{BB962C8B-B14F-4D97-AF65-F5344CB8AC3E}">
        <p14:creationId xmlns:p14="http://schemas.microsoft.com/office/powerpoint/2010/main" val="3262642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A0143-6CFD-A118-DAC5-67794082B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4CC5-5058-79D4-2768-7C7F389B44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FANUC Robots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49C875-21E0-FA30-9AC7-2F1FB01694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Robotics Bootcamp 2026</a:t>
            </a:r>
          </a:p>
        </p:txBody>
      </p:sp>
    </p:spTree>
    <p:extLst>
      <p:ext uri="{BB962C8B-B14F-4D97-AF65-F5344CB8AC3E}">
        <p14:creationId xmlns:p14="http://schemas.microsoft.com/office/powerpoint/2010/main" val="500675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A34A-5465-434E-0D0F-D5320EAED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FANUC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8A964-2ACE-EF43-150B-0940CF627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Fuji Automatic Numerical Control (FANUC)</a:t>
            </a:r>
          </a:p>
          <a:p>
            <a:r>
              <a:rPr lang="en-US">
                <a:ea typeface="+mn-lt"/>
                <a:cs typeface="+mn-lt"/>
              </a:rPr>
              <a:t>Japanese automation technology company</a:t>
            </a:r>
          </a:p>
          <a:p>
            <a:r>
              <a:rPr lang="en-US">
                <a:ea typeface="+mn-lt"/>
                <a:cs typeface="+mn-lt"/>
              </a:rPr>
              <a:t>Their robots are everywhere</a:t>
            </a:r>
          </a:p>
        </p:txBody>
      </p:sp>
      <p:pic>
        <p:nvPicPr>
          <p:cNvPr id="4" name="Picture 3" descr="CNC Retrofitting | Lathe, Mill, Router and More | FANUC America">
            <a:extLst>
              <a:ext uri="{FF2B5EF4-FFF2-40B4-BE49-F238E27FC236}">
                <a16:creationId xmlns:a16="http://schemas.microsoft.com/office/drawing/2014/main" id="{4F0E979A-20E8-3F01-CEDD-47D78C826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685" y="478971"/>
            <a:ext cx="3042557" cy="30425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708152-11BB-7D6E-878F-A6451AE50C1B}"/>
              </a:ext>
            </a:extLst>
          </p:cNvPr>
          <p:cNvSpPr txBox="1"/>
          <p:nvPr/>
        </p:nvSpPr>
        <p:spPr>
          <a:xfrm>
            <a:off x="8701215" y="3518243"/>
            <a:ext cx="312008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00">
                <a:ea typeface="+mn-lt"/>
                <a:cs typeface="+mn-lt"/>
              </a:rPr>
              <a:t>https://www.fanucamerica.com/images/default-source/cnc-images/cnc-retrofit.png?sfvrsn=115448d4_0</a:t>
            </a:r>
            <a:endParaRPr lang="en-US" sz="700"/>
          </a:p>
        </p:txBody>
      </p:sp>
      <p:pic>
        <p:nvPicPr>
          <p:cNvPr id="6" name="Picture 5" descr="Several robotic arms in different colors&#10;&#10;AI-generated content may be incorrect.">
            <a:extLst>
              <a:ext uri="{FF2B5EF4-FFF2-40B4-BE49-F238E27FC236}">
                <a16:creationId xmlns:a16="http://schemas.microsoft.com/office/drawing/2014/main" id="{36F701E8-2585-7715-B78A-B9666826F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649" y="3269797"/>
            <a:ext cx="5003346" cy="31940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46C720-34BE-0EB1-F739-DFB0A698CF65}"/>
              </a:ext>
            </a:extLst>
          </p:cNvPr>
          <p:cNvSpPr txBox="1"/>
          <p:nvPr/>
        </p:nvSpPr>
        <p:spPr>
          <a:xfrm>
            <a:off x="4256214" y="6548099"/>
            <a:ext cx="3120081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00">
                <a:ea typeface="+mn-lt"/>
                <a:cs typeface="+mn-lt"/>
              </a:rPr>
              <a:t>https://www.fanuc.eu/eu-en/fanuc-industrial-robots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716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28E9-5152-0357-BF35-9AAA5F086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CRX-10</a:t>
            </a:r>
          </a:p>
        </p:txBody>
      </p:sp>
      <p:pic>
        <p:nvPicPr>
          <p:cNvPr id="4" name="Content Placeholder 3" descr="CRX-10iA Robot for Automation">
            <a:extLst>
              <a:ext uri="{FF2B5EF4-FFF2-40B4-BE49-F238E27FC236}">
                <a16:creationId xmlns:a16="http://schemas.microsoft.com/office/drawing/2014/main" id="{E5FE7FA8-FC8C-A5C9-B13A-C89BCA5F22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9719" y="404018"/>
            <a:ext cx="3479346" cy="60515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29429D-2C5E-32C4-E266-31789BF5C592}"/>
              </a:ext>
            </a:extLst>
          </p:cNvPr>
          <p:cNvSpPr txBox="1"/>
          <p:nvPr/>
        </p:nvSpPr>
        <p:spPr>
          <a:xfrm>
            <a:off x="8361405" y="6538783"/>
            <a:ext cx="333632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">
                <a:ea typeface="+mn-lt"/>
                <a:cs typeface="+mn-lt"/>
              </a:rPr>
              <a:t>https://crx.fanucamerica.com/crx-10ia</a:t>
            </a:r>
            <a:endParaRPr lang="en-US" sz="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0B08D6-C481-DE24-9B91-442D1559D704}"/>
              </a:ext>
            </a:extLst>
          </p:cNvPr>
          <p:cNvSpPr txBox="1"/>
          <p:nvPr/>
        </p:nvSpPr>
        <p:spPr>
          <a:xfrm>
            <a:off x="1081216" y="1637270"/>
            <a:ext cx="7383162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10kg payload capacity (~22lb)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800">
                <a:ea typeface="+mn-lt"/>
                <a:cs typeface="+mn-lt"/>
              </a:rPr>
              <a:t>Currently set to around 2kg (~4lb)</a:t>
            </a:r>
          </a:p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1249mm reach (~50in)</a:t>
            </a:r>
          </a:p>
          <a:p>
            <a:pPr marL="285750" indent="-285750">
              <a:buFont typeface="Arial"/>
              <a:buChar char="•"/>
            </a:pPr>
            <a:r>
              <a:rPr lang="en-US" sz="2800"/>
              <a:t>6 axes</a:t>
            </a:r>
          </a:p>
          <a:p>
            <a:pPr marL="285750" indent="-285750">
              <a:buFont typeface="Arial"/>
              <a:buChar char="•"/>
            </a:pPr>
            <a:r>
              <a:rPr lang="en-US" sz="2800"/>
              <a:t>Collaborative Robot</a:t>
            </a:r>
          </a:p>
          <a:p>
            <a:pPr marL="285750" indent="-285750">
              <a:buFont typeface="Arial"/>
              <a:buChar char="•"/>
            </a:pPr>
            <a:endParaRPr lang="en-US" sz="2800"/>
          </a:p>
          <a:p>
            <a:r>
              <a:rPr lang="en-US" sz="2800"/>
              <a:t>Ours are named </a:t>
            </a:r>
            <a:r>
              <a:rPr lang="en-US" sz="2800" b="1"/>
              <a:t>Bill and DJ</a:t>
            </a:r>
            <a:r>
              <a:rPr lang="en-US" sz="280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17580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EDE3-E316-52FD-1245-F84BED001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FANUC Teach Pendant (TP)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8206B-35AB-58CF-6211-FEC9E299C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696"/>
            <a:ext cx="442867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This is how we access the robot controller</a:t>
            </a:r>
          </a:p>
        </p:txBody>
      </p:sp>
      <p:pic>
        <p:nvPicPr>
          <p:cNvPr id="5" name="Picture 4" descr="Tablet Teach Pendant | FANUC America">
            <a:extLst>
              <a:ext uri="{FF2B5EF4-FFF2-40B4-BE49-F238E27FC236}">
                <a16:creationId xmlns:a16="http://schemas.microsoft.com/office/drawing/2014/main" id="{FCC05C3E-B1BF-AF3F-817E-E9804289D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543" y="1576832"/>
            <a:ext cx="6580414" cy="37043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A31081-CE43-E874-4DF0-4C9F9F514314}"/>
              </a:ext>
            </a:extLst>
          </p:cNvPr>
          <p:cNvSpPr txBox="1"/>
          <p:nvPr/>
        </p:nvSpPr>
        <p:spPr>
          <a:xfrm>
            <a:off x="6528486" y="5362195"/>
            <a:ext cx="5014783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">
                <a:ea typeface="+mn-lt"/>
                <a:cs typeface="+mn-lt"/>
              </a:rPr>
              <a:t>https://www.fanucamerica.com/images/default-source/robot-options/4d-modeling.jpg?sfvrsn=5c475059_0</a:t>
            </a:r>
            <a:endParaRPr lang="en-US" sz="800"/>
          </a:p>
        </p:txBody>
      </p:sp>
      <p:pic>
        <p:nvPicPr>
          <p:cNvPr id="7" name="Picture 6" descr="A05B-2490-C171 - MATERIAL HANDLING TEACH PENDANT">
            <a:extLst>
              <a:ext uri="{FF2B5EF4-FFF2-40B4-BE49-F238E27FC236}">
                <a16:creationId xmlns:a16="http://schemas.microsoft.com/office/drawing/2014/main" id="{D3FD6107-1AEF-DEFE-4393-B0D7ED724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52" y="2594428"/>
            <a:ext cx="2833797" cy="41910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5F0B22-257A-7766-2588-CE0DCE341983}"/>
              </a:ext>
            </a:extLst>
          </p:cNvPr>
          <p:cNvSpPr txBox="1"/>
          <p:nvPr/>
        </p:nvSpPr>
        <p:spPr>
          <a:xfrm>
            <a:off x="3190199" y="6568694"/>
            <a:ext cx="501478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">
                <a:ea typeface="+mn-lt"/>
                <a:cs typeface="+mn-lt"/>
              </a:rPr>
              <a:t>https://cdn11.bigcommerce.com/s-8zq34mp8cu/images/stencil/1280x1280/products/284809/391826/A05B-2490-C171__50152.1707926639.jpg?c=1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43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1DE-9BDD-0B1C-BD47-59C7BF5FB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B088E-8E22-8972-C925-55CB556B6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FANUC Teach Pendant (TP)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4F8DF-6662-6394-7B7E-1411B5412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696"/>
            <a:ext cx="627188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solidFill>
                  <a:srgbClr val="C00000"/>
                </a:solidFill>
              </a:rPr>
              <a:t>E-Stop</a:t>
            </a:r>
          </a:p>
          <a:p>
            <a:r>
              <a:rPr lang="en-US"/>
              <a:t>Big Red Button!</a:t>
            </a:r>
          </a:p>
          <a:p>
            <a:r>
              <a:rPr lang="en-US" b="1">
                <a:solidFill>
                  <a:srgbClr val="C00000"/>
                </a:solidFill>
              </a:rPr>
              <a:t>If something goes wrong, hit it.</a:t>
            </a:r>
            <a:r>
              <a:rPr lang="en-US"/>
              <a:t> All robot motion will stop.</a:t>
            </a:r>
          </a:p>
          <a:p>
            <a:r>
              <a:rPr lang="en-US"/>
              <a:t>Not great for the motors, but don't be afraid to use it if you need to</a:t>
            </a:r>
          </a:p>
        </p:txBody>
      </p:sp>
      <p:pic>
        <p:nvPicPr>
          <p:cNvPr id="7" name="Picture 6" descr="A05B-2490-C171 - MATERIAL HANDLING TEACH PENDANT">
            <a:extLst>
              <a:ext uri="{FF2B5EF4-FFF2-40B4-BE49-F238E27FC236}">
                <a16:creationId xmlns:a16="http://schemas.microsoft.com/office/drawing/2014/main" id="{F18EFCED-D390-409E-D202-DF59C80CF1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639" t="18672" r="2361" b="63392"/>
          <a:stretch>
            <a:fillRect/>
          </a:stretch>
        </p:blipFill>
        <p:spPr>
          <a:xfrm>
            <a:off x="7911596" y="1420536"/>
            <a:ext cx="3223629" cy="30583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D25E8E-149A-8161-BD54-AEF096011E3E}"/>
              </a:ext>
            </a:extLst>
          </p:cNvPr>
          <p:cNvSpPr txBox="1"/>
          <p:nvPr/>
        </p:nvSpPr>
        <p:spPr>
          <a:xfrm>
            <a:off x="6866334" y="4807856"/>
            <a:ext cx="501478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">
                <a:ea typeface="+mn-lt"/>
                <a:cs typeface="+mn-lt"/>
              </a:rPr>
              <a:t>https://cdn11.bigcommerce.com/s-8zq34mp8cu/images/stencil/1280x1280/products/284809/391826/A05B-2490-C171__50152.1707926639.jpg?c=1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39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C0F6F-9E6D-89FD-9EDF-769747EF0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D0806-09CE-C179-B19F-AF15CDB3A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Teach Pendant (TP)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F4BD0-7F78-A7FC-477F-F1EC18378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696"/>
            <a:ext cx="655874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robots can be programmed directly on the TP via block programming</a:t>
            </a:r>
          </a:p>
          <a:p>
            <a:r>
              <a:rPr lang="en-US"/>
              <a:t>These are saved as .TP files and sent to the robot when run</a:t>
            </a:r>
          </a:p>
        </p:txBody>
      </p:sp>
      <p:pic>
        <p:nvPicPr>
          <p:cNvPr id="10" name="Picture 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22E21BD-E6C5-706A-C9F4-289686744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2" r="342" b="63265"/>
          <a:stretch>
            <a:fillRect/>
          </a:stretch>
        </p:blipFill>
        <p:spPr>
          <a:xfrm>
            <a:off x="154155" y="3936525"/>
            <a:ext cx="6424974" cy="1981673"/>
          </a:xfrm>
          <a:prstGeom prst="rect">
            <a:avLst/>
          </a:prstGeom>
        </p:spPr>
      </p:pic>
      <p:pic>
        <p:nvPicPr>
          <p:cNvPr id="11" name="Picture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746CFCD-56FB-1743-917F-DA26501EE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472" y="0"/>
            <a:ext cx="4705489" cy="6858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CC5A42D-4947-E1BD-8F30-F8ED8340CFA3}"/>
              </a:ext>
            </a:extLst>
          </p:cNvPr>
          <p:cNvCxnSpPr/>
          <p:nvPr/>
        </p:nvCxnSpPr>
        <p:spPr>
          <a:xfrm>
            <a:off x="6569675" y="4458729"/>
            <a:ext cx="914399" cy="1029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57DE9CE-7CD2-3EF4-191D-92E0BA2A0497}"/>
              </a:ext>
            </a:extLst>
          </p:cNvPr>
          <p:cNvSpPr txBox="1"/>
          <p:nvPr/>
        </p:nvSpPr>
        <p:spPr>
          <a:xfrm>
            <a:off x="308919" y="5931243"/>
            <a:ext cx="46852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What we see...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6C27-EED5-7564-95E2-928182B72CEC}"/>
              </a:ext>
            </a:extLst>
          </p:cNvPr>
          <p:cNvSpPr txBox="1"/>
          <p:nvPr/>
        </p:nvSpPr>
        <p:spPr>
          <a:xfrm>
            <a:off x="5148648" y="6301946"/>
            <a:ext cx="46852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What the robot runs...</a:t>
            </a:r>
          </a:p>
        </p:txBody>
      </p:sp>
    </p:spTree>
    <p:extLst>
      <p:ext uri="{BB962C8B-B14F-4D97-AF65-F5344CB8AC3E}">
        <p14:creationId xmlns:p14="http://schemas.microsoft.com/office/powerpoint/2010/main" val="385268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58219-332E-CBB0-A65F-C18FC5A7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Grippers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903A6D7-6669-EC91-166C-062BCDADDD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376" y="1294824"/>
            <a:ext cx="3597864" cy="47899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D5AF5E-5F21-0CE0-43AE-A23B6F420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698" y="1298130"/>
            <a:ext cx="3608400" cy="47912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7D30F4-EA79-D7B6-D6E7-CB6479A0F6BF}"/>
              </a:ext>
            </a:extLst>
          </p:cNvPr>
          <p:cNvSpPr txBox="1"/>
          <p:nvPr/>
        </p:nvSpPr>
        <p:spPr>
          <a:xfrm>
            <a:off x="2224215" y="6106297"/>
            <a:ext cx="256402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Schunk</a:t>
            </a:r>
          </a:p>
          <a:p>
            <a:pPr algn="ctr"/>
            <a:r>
              <a:rPr lang="en-US">
                <a:solidFill>
                  <a:schemeClr val="bg2">
                    <a:lumMod val="49000"/>
                  </a:schemeClr>
                </a:solidFill>
              </a:rPr>
              <a:t>(Non-Force Controlled)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184FE6-1863-E4DC-F041-1FA1FDFF3637}"/>
              </a:ext>
            </a:extLst>
          </p:cNvPr>
          <p:cNvSpPr txBox="1"/>
          <p:nvPr/>
        </p:nvSpPr>
        <p:spPr>
          <a:xfrm>
            <a:off x="6755026" y="6106297"/>
            <a:ext cx="256402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/>
              <a:t>OnRobot</a:t>
            </a:r>
            <a:endParaRPr lang="en-US"/>
          </a:p>
          <a:p>
            <a:pPr algn="ctr"/>
            <a:r>
              <a:rPr lang="en-US">
                <a:solidFill>
                  <a:schemeClr val="bg2">
                    <a:lumMod val="49000"/>
                  </a:schemeClr>
                </a:solidFill>
              </a:rPr>
              <a:t>(Force-Controlled)</a:t>
            </a:r>
          </a:p>
        </p:txBody>
      </p:sp>
    </p:spTree>
    <p:extLst>
      <p:ext uri="{BB962C8B-B14F-4D97-AF65-F5344CB8AC3E}">
        <p14:creationId xmlns:p14="http://schemas.microsoft.com/office/powerpoint/2010/main" val="1989286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2A537-13F6-59FE-14A8-A0A760CA0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69DB9-5F7A-74A3-F142-225BBE065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Grippers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6FD953-6D0A-52C3-CCFB-3E6F9C8F61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160" y="3426365"/>
            <a:ext cx="1960594" cy="26172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C9810D-1F71-2EC0-23ED-E88191B578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1184" y="3429670"/>
            <a:ext cx="1971130" cy="26184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D43822-7BB3-613C-CEFC-0CBF413AC81B}"/>
              </a:ext>
            </a:extLst>
          </p:cNvPr>
          <p:cNvSpPr txBox="1"/>
          <p:nvPr/>
        </p:nvSpPr>
        <p:spPr>
          <a:xfrm>
            <a:off x="2224215" y="6106297"/>
            <a:ext cx="256402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Schunk</a:t>
            </a:r>
          </a:p>
          <a:p>
            <a:pPr algn="ctr"/>
            <a:r>
              <a:rPr lang="en-US">
                <a:solidFill>
                  <a:schemeClr val="bg2">
                    <a:lumMod val="49000"/>
                  </a:schemeClr>
                </a:solidFill>
              </a:rPr>
              <a:t>(Non-Force Controlled)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EAE58C-9833-425D-1143-21EE2D494D7E}"/>
              </a:ext>
            </a:extLst>
          </p:cNvPr>
          <p:cNvSpPr txBox="1"/>
          <p:nvPr/>
        </p:nvSpPr>
        <p:spPr>
          <a:xfrm>
            <a:off x="6755026" y="6106297"/>
            <a:ext cx="256402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/>
              <a:t>OnRobot</a:t>
            </a:r>
            <a:endParaRPr lang="en-US"/>
          </a:p>
          <a:p>
            <a:pPr algn="ctr"/>
            <a:r>
              <a:rPr lang="en-US">
                <a:solidFill>
                  <a:schemeClr val="bg2">
                    <a:lumMod val="49000"/>
                  </a:schemeClr>
                </a:solidFill>
              </a:rPr>
              <a:t>(Force-Controlled)</a:t>
            </a:r>
          </a:p>
        </p:txBody>
      </p:sp>
      <p:pic>
        <p:nvPicPr>
          <p:cNvPr id="8" name="Picture 7" descr="A screen shot of a device&#10;&#10;AI-generated content may be incorrect.">
            <a:extLst>
              <a:ext uri="{FF2B5EF4-FFF2-40B4-BE49-F238E27FC236}">
                <a16:creationId xmlns:a16="http://schemas.microsoft.com/office/drawing/2014/main" id="{B19A54B2-1E33-F34B-F84C-F9AC2CA5C5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56" t="66457" r="39093" b="20705"/>
          <a:stretch>
            <a:fillRect/>
          </a:stretch>
        </p:blipFill>
        <p:spPr>
          <a:xfrm>
            <a:off x="6989400" y="1276709"/>
            <a:ext cx="2101824" cy="2101944"/>
          </a:xfrm>
          <a:prstGeom prst="rect">
            <a:avLst/>
          </a:prstGeom>
        </p:spPr>
      </p:pic>
      <p:pic>
        <p:nvPicPr>
          <p:cNvPr id="14" name="Picture 13" descr="A screen shot of a device&#10;&#10;AI-generated content may be incorrect.">
            <a:extLst>
              <a:ext uri="{FF2B5EF4-FFF2-40B4-BE49-F238E27FC236}">
                <a16:creationId xmlns:a16="http://schemas.microsoft.com/office/drawing/2014/main" id="{F56D9734-27F0-E4CF-7C60-0B24428E68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44" t="69741" r="35301" b="20786"/>
          <a:stretch>
            <a:fillRect/>
          </a:stretch>
        </p:blipFill>
        <p:spPr>
          <a:xfrm>
            <a:off x="1738820" y="1450935"/>
            <a:ext cx="3710131" cy="187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017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5692-A138-D242-851A-3133C8017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Conveyors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6AC08-37CF-39B9-33E3-99B882CFF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Each robot controls one conveyor</a:t>
            </a:r>
          </a:p>
          <a:p>
            <a:r>
              <a:rPr lang="en-US"/>
              <a:t>Two proximity sensors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B7ED8D-9A1C-6805-B863-5538CF912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6" t="45388" r="669" b="45503"/>
          <a:stretch>
            <a:fillRect/>
          </a:stretch>
        </p:blipFill>
        <p:spPr>
          <a:xfrm>
            <a:off x="469296" y="3429000"/>
            <a:ext cx="10289462" cy="201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49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65538-746A-4AB2-C079-96264E445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86FE5-1F9E-F50E-872D-337A641B9B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Standard Bots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494F7D-C820-557B-8045-85670D791C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Robotics Bootcamp 2026</a:t>
            </a:r>
          </a:p>
        </p:txBody>
      </p:sp>
    </p:spTree>
    <p:extLst>
      <p:ext uri="{BB962C8B-B14F-4D97-AF65-F5344CB8AC3E}">
        <p14:creationId xmlns:p14="http://schemas.microsoft.com/office/powerpoint/2010/main" val="3143794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48F92-9AC6-0BBE-8A7F-771867600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Bots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8EBC718-CF20-3A02-0765-09E263B9F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90241" y="939650"/>
            <a:ext cx="1571625" cy="1714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6C78E2-D101-273A-3127-FB1D2D530C57}"/>
              </a:ext>
            </a:extLst>
          </p:cNvPr>
          <p:cNvSpPr txBox="1"/>
          <p:nvPr/>
        </p:nvSpPr>
        <p:spPr>
          <a:xfrm>
            <a:off x="1458422" y="2167227"/>
            <a:ext cx="9278559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A US-based robotics company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Their flagship product is(was?) the RO1, a six-axis collaborative robot arm (cobot)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Built to be easy to use(?)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Includes full Python SDK for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programatic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control.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Works with standard end effectors like the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OnRobot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grippers and a built-in wrist camera, so one arm can pick, place, and inspect.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Positioned as a lower-cost, capable alternative to traditional industrial arms.</a:t>
            </a:r>
            <a:endParaRPr lang="en-US" sz="2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905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138E3-2EC1-6A48-D39C-C0ED8A9AF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Bots r01</a:t>
            </a:r>
          </a:p>
        </p:txBody>
      </p:sp>
      <p:pic>
        <p:nvPicPr>
          <p:cNvPr id="4" name="Content Placeholder 3" descr="A black and white machine in a room&#10;&#10;AI-generated content may be incorrect.">
            <a:extLst>
              <a:ext uri="{FF2B5EF4-FFF2-40B4-BE49-F238E27FC236}">
                <a16:creationId xmlns:a16="http://schemas.microsoft.com/office/drawing/2014/main" id="{E5CCA576-9232-72E9-2166-B8F1B3E723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874654" y="2235523"/>
            <a:ext cx="4352925" cy="32646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CA7875-109F-7D33-8B94-BCFCD2BC6018}"/>
              </a:ext>
            </a:extLst>
          </p:cNvPr>
          <p:cNvSpPr txBox="1"/>
          <p:nvPr/>
        </p:nvSpPr>
        <p:spPr>
          <a:xfrm>
            <a:off x="5525335" y="1668725"/>
            <a:ext cx="568293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A six-axis collaborative robot arm.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Built for real factory work: pick-and-place, machine tending, assembly, and inspection.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Three ways to program it: the teach pendant, AI-assisted setup, and the Python SDK.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A tool flange at the wrist accepts end effectors, like the </a:t>
            </a:r>
            <a:r>
              <a:rPr lang="en-US" err="1">
                <a:solidFill>
                  <a:srgbClr val="000000"/>
                </a:solidFill>
                <a:ea typeface="+mn-lt"/>
                <a:cs typeface="+mn-lt"/>
              </a:rPr>
              <a:t>OnRobot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 2FG14 gripper, plus a built-in wrist camera for taking pictures and guiding tasks.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Collaborative by design: safety features let it work safely alongside people, no cage required (my head thinks otherwise).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77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EAED3-EB52-EBF7-1880-62B46948A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Teach Pendant</a:t>
            </a:r>
          </a:p>
        </p:txBody>
      </p:sp>
      <p:pic>
        <p:nvPicPr>
          <p:cNvPr id="4" name="Content Placeholder 3" descr="A hand touching a tablet&#10;&#10;AI-generated content may be incorrect.">
            <a:extLst>
              <a:ext uri="{FF2B5EF4-FFF2-40B4-BE49-F238E27FC236}">
                <a16:creationId xmlns:a16="http://schemas.microsoft.com/office/drawing/2014/main" id="{509246AD-6324-A80B-E1AC-508D7BFFC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2806" y="2459146"/>
            <a:ext cx="2397468" cy="19412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59D7B9-F6B1-F023-7944-9ECDD51003B9}"/>
              </a:ext>
            </a:extLst>
          </p:cNvPr>
          <p:cNvSpPr txBox="1"/>
          <p:nvPr/>
        </p:nvSpPr>
        <p:spPr>
          <a:xfrm>
            <a:off x="4718784" y="1956116"/>
            <a:ext cx="5998141" cy="37639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5E5ED3-B2DA-5A22-45C5-3FD6018AF6C6}"/>
              </a:ext>
            </a:extLst>
          </p:cNvPr>
          <p:cNvSpPr txBox="1"/>
          <p:nvPr/>
        </p:nvSpPr>
        <p:spPr>
          <a:xfrm>
            <a:off x="4932011" y="1835597"/>
            <a:ext cx="6415322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A touchscreen tablet that is the main hands-on way to operate the RO1, no programming required.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Build routines visually: add moves, gripper actions, and logic by tapping through a no-code interface.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Jog and hand-guide the arm: move the robot by hand (or with on-screen controls) and save positions where you want them.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Run and supervise: start, pause, and stop routines, and watch the robot's status and faults in real time.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Most common way of programming a robot in industry.</a:t>
            </a:r>
          </a:p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15C88-24EC-D8A1-12B9-232F6C525B74}"/>
              </a:ext>
            </a:extLst>
          </p:cNvPr>
          <p:cNvSpPr txBox="1"/>
          <p:nvPr/>
        </p:nvSpPr>
        <p:spPr>
          <a:xfrm>
            <a:off x="1154430" y="4503420"/>
            <a:ext cx="19316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Photo courtesy of Sarah Davis</a:t>
            </a:r>
          </a:p>
        </p:txBody>
      </p:sp>
    </p:spTree>
    <p:extLst>
      <p:ext uri="{BB962C8B-B14F-4D97-AF65-F5344CB8AC3E}">
        <p14:creationId xmlns:p14="http://schemas.microsoft.com/office/powerpoint/2010/main" val="542703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60709-1E41-CFC9-B347-29DD83F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Camera 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560CD-A6CB-A0A1-A900-CC75C8021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/>
              <a:t>A camera built into the robot's wrist, so it sees whatever the gripper is working on and moves with the arm to any position you send it.</a:t>
            </a:r>
          </a:p>
          <a:p>
            <a:r>
              <a:rPr lang="en-US"/>
              <a:t>Captures color (RGB) images on demand through the Python SDK or the teach pendant. </a:t>
            </a:r>
          </a:p>
          <a:p>
            <a:r>
              <a:rPr lang="en-US"/>
              <a:t>Great for inspection, verifying a part is placed, or guiding a task.</a:t>
            </a:r>
          </a:p>
          <a:p>
            <a:r>
              <a:rPr lang="en-US"/>
              <a:t>Adjustable camera settings (brightness, exposure, contrast) let you get a clear picture in different lighting.</a:t>
            </a:r>
          </a:p>
          <a:p>
            <a:r>
              <a:rPr lang="en-US"/>
              <a:t>Pairs naturally with computer vision: decode the image into OpenCV and you can detect objects, find colors, or draw bounding boxes.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6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295CD-32E4-D952-E296-4B4D8252C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Quaternions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1025D-3174-3277-CCDA-D7D5DAC3D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A quaternion is a set of four numbers </a:t>
            </a:r>
            <a:r>
              <a:rPr lang="en-US">
                <a:solidFill>
                  <a:srgbClr val="000000"/>
                </a:solidFill>
                <a:latin typeface="Aptos"/>
              </a:rPr>
              <a:t>(x, y, z, w)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 that describes an orientation; which way a tool or joint is pointing in 3D space.</a:t>
            </a:r>
            <a:endParaRPr lang="en-US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They answer "how is it rotated?", not "where is it?".</a:t>
            </a:r>
            <a:endParaRPr lang="en-US" dirty="0"/>
          </a:p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Robots use them instead of simple angles because quaternions avoid "gimbal lock"; a glitch where certain rotations get stuck or jump.</a:t>
            </a:r>
            <a:endParaRPr lang="en-US"/>
          </a:p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They're compact and smooth: great for the computer, but not human-friendly to read or type by hand.</a:t>
            </a:r>
            <a:endParaRPr lang="en-US"/>
          </a:p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The r01 uses them for linear movement. ​</a:t>
            </a:r>
            <a:endParaRPr lang="en-US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66719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CBB21-0057-2FA9-FF69-D0C59EA09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F308-E07E-8FEA-8A94-2CDAB1356C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Tips for Programming Robots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0FBF3-FB13-9CA6-5923-8B3E8DE64F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Robotics Bootcamp 2026</a:t>
            </a:r>
          </a:p>
        </p:txBody>
      </p:sp>
    </p:spTree>
    <p:extLst>
      <p:ext uri="{BB962C8B-B14F-4D97-AF65-F5344CB8AC3E}">
        <p14:creationId xmlns:p14="http://schemas.microsoft.com/office/powerpoint/2010/main" val="2073237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91FE5-2B72-9CF7-F32A-E11011B0A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Common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321C7-A317-66CB-C375-52B4D5F77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Payload Force Warning/Force Exceeds Limit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The cobot features have kicked in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The robot hit some sort of physical block</a:t>
            </a:r>
          </a:p>
          <a:p>
            <a:r>
              <a:rPr lang="en-US"/>
              <a:t>Cannot Reach Point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This is a singularity</a:t>
            </a:r>
          </a:p>
        </p:txBody>
      </p:sp>
      <p:pic>
        <p:nvPicPr>
          <p:cNvPr id="4" name="Online Media 3" title="Singularity in Robotics Explained in 10 Minutes - With Scott Walter And Marwa ElDiwiny">
            <a:hlinkClick r:id="" action="ppaction://noaction"/>
            <a:extLst>
              <a:ext uri="{FF2B5EF4-FFF2-40B4-BE49-F238E27FC236}">
                <a16:creationId xmlns:a16="http://schemas.microsoft.com/office/drawing/2014/main" id="{4B262109-BCAB-8406-1BDD-8D00480A5B7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370641" y="3085070"/>
            <a:ext cx="6518576" cy="370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86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16E6F-B04B-9799-17C5-7545C9380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Singularities Examples...</a:t>
            </a:r>
          </a:p>
        </p:txBody>
      </p:sp>
      <p:pic>
        <p:nvPicPr>
          <p:cNvPr id="6" name="Online Media 5" title="What are the singularities of a typical collaborative robot (cobot)">
            <a:hlinkClick r:id="" action="ppaction://noaction"/>
            <a:extLst>
              <a:ext uri="{FF2B5EF4-FFF2-40B4-BE49-F238E27FC236}">
                <a16:creationId xmlns:a16="http://schemas.microsoft.com/office/drawing/2014/main" id="{1032733B-C1AF-857D-FFB0-2ECE5184D57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688671" y="1465220"/>
            <a:ext cx="8823368" cy="498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876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CF9B1-4B6F-BC42-FCBF-A5CB47088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0FFE1-096F-18DB-91F3-1C1FCEDD3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Keep an eye on your surroundings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Tell people around you when you are about to move a robot to avoid injury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Avoid being too close to a moving robot</a:t>
            </a:r>
          </a:p>
          <a:p>
            <a:r>
              <a:rPr lang="en-US"/>
              <a:t>Go above item/location </a:t>
            </a:r>
            <a:r>
              <a:rPr lang="en-US" i="1"/>
              <a:t>before </a:t>
            </a:r>
            <a:r>
              <a:rPr lang="en-US"/>
              <a:t>picking up/placing down</a:t>
            </a:r>
          </a:p>
          <a:p>
            <a:r>
              <a:rPr lang="en-US"/>
              <a:t>Run programs first at a slow speed (40-50%) then speed it up once you know all positions and movements are safe</a:t>
            </a:r>
          </a:p>
          <a:p>
            <a:r>
              <a:rPr lang="en-US"/>
              <a:t>Work on one piece at a time, test it, then move 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Ex: Make sure your robot can move, then test the gripper, etc.</a:t>
            </a:r>
          </a:p>
        </p:txBody>
      </p:sp>
    </p:spTree>
    <p:extLst>
      <p:ext uri="{BB962C8B-B14F-4D97-AF65-F5344CB8AC3E}">
        <p14:creationId xmlns:p14="http://schemas.microsoft.com/office/powerpoint/2010/main" val="146648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836A2-1FD0-A141-E76D-DA3DDCE2C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Flow 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BEB67-9802-1AEE-D25F-25CEFC237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Useful for planning robotic programs/movement </a:t>
            </a:r>
            <a:r>
              <a:rPr lang="en-US" i="1"/>
              <a:t>before </a:t>
            </a:r>
            <a:r>
              <a:rPr lang="en-US"/>
              <a:t>programming</a:t>
            </a:r>
          </a:p>
          <a:p>
            <a:r>
              <a:rPr lang="en-US"/>
              <a:t>Be explicit, but not unnecessarily verbose</a:t>
            </a:r>
          </a:p>
        </p:txBody>
      </p:sp>
      <p:pic>
        <p:nvPicPr>
          <p:cNvPr id="5" name="Picture 4" descr="A diagram of a flowchart&#10;&#10;AI-generated content may be incorrect.">
            <a:extLst>
              <a:ext uri="{FF2B5EF4-FFF2-40B4-BE49-F238E27FC236}">
                <a16:creationId xmlns:a16="http://schemas.microsoft.com/office/drawing/2014/main" id="{61036399-8031-F2B4-0C6C-701D42B15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4" y="4186625"/>
            <a:ext cx="12090313" cy="133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535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AF13F-7CCB-D17A-656E-648F4A9B8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Right Hand Rule</a:t>
            </a:r>
          </a:p>
        </p:txBody>
      </p:sp>
      <p:pic>
        <p:nvPicPr>
          <p:cNvPr id="4" name="Content Placeholder 3" descr="Coordinate Frame Basics and the Right-Hand Rule of Robotics">
            <a:extLst>
              <a:ext uri="{FF2B5EF4-FFF2-40B4-BE49-F238E27FC236}">
                <a16:creationId xmlns:a16="http://schemas.microsoft.com/office/drawing/2014/main" id="{E79D2E56-989B-73FC-EDA1-F09C6A7411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6743" y="1473856"/>
            <a:ext cx="5715000" cy="428625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349903D-0F72-3784-C43F-63A452CE70D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261114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 Right-Hand-Rule (RHR) can help us with programming robot movement.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E8DDA6-185C-1416-8BAF-98CF93F5FA16}"/>
              </a:ext>
            </a:extLst>
          </p:cNvPr>
          <p:cNvSpPr txBox="1"/>
          <p:nvPr/>
        </p:nvSpPr>
        <p:spPr>
          <a:xfrm>
            <a:off x="6632712" y="5950225"/>
            <a:ext cx="465151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>
                <a:ea typeface="+mn-lt"/>
                <a:cs typeface="+mn-lt"/>
              </a:rPr>
              <a:t>https://automaticaddison.com/wp-content/uploads/2024/11/2-right-hand-rule-of-robotics.jpg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5070648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25B36-BFD0-EA05-E55B-C3386FA3C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F525-7B22-FC0C-7890-6B0DE77E9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 of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2EC37-88AB-35A9-7D6D-840940990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840" y="1683385"/>
            <a:ext cx="7366000" cy="50828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Introduction to Robots and robot types</a:t>
            </a:r>
          </a:p>
          <a:p>
            <a:r>
              <a:rPr lang="en-US"/>
              <a:t>Meet our robots</a:t>
            </a:r>
          </a:p>
          <a:p>
            <a:r>
              <a:rPr lang="en-US"/>
              <a:t>Lab safety</a:t>
            </a:r>
          </a:p>
          <a:p>
            <a:r>
              <a:rPr lang="en-US"/>
              <a:t>Install/go over Python drivers</a:t>
            </a:r>
          </a:p>
          <a:p>
            <a:r>
              <a:rPr lang="en-US" b="1"/>
              <a:t>LUNCH</a:t>
            </a:r>
          </a:p>
          <a:p>
            <a:r>
              <a:rPr lang="en-US"/>
              <a:t>Brief Lab Tour</a:t>
            </a:r>
          </a:p>
          <a:p>
            <a:r>
              <a:rPr lang="en-US"/>
              <a:t>Teaching Pendant Lab</a:t>
            </a:r>
          </a:p>
          <a:p>
            <a:r>
              <a:rPr lang="en-US"/>
              <a:t>Python Lab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If extra time: switch robots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EE2AAC-EFD3-12B3-5E11-44D1788C3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1882140" y="2334260"/>
            <a:ext cx="726440" cy="7772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66DA05-7A57-FD0C-E3C6-9AF0B3E9857B}"/>
              </a:ext>
            </a:extLst>
          </p:cNvPr>
          <p:cNvSpPr txBox="1"/>
          <p:nvPr/>
        </p:nvSpPr>
        <p:spPr>
          <a:xfrm>
            <a:off x="690880" y="2611120"/>
            <a:ext cx="1432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We are here.</a:t>
            </a:r>
          </a:p>
        </p:txBody>
      </p:sp>
    </p:spTree>
    <p:extLst>
      <p:ext uri="{BB962C8B-B14F-4D97-AF65-F5344CB8AC3E}">
        <p14:creationId xmlns:p14="http://schemas.microsoft.com/office/powerpoint/2010/main" val="713319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CIIR Robots</vt:lpstr>
      <vt:lpstr>Outline of Today</vt:lpstr>
      <vt:lpstr>Center for Intelligent Industrial Robotics (CIIR)</vt:lpstr>
      <vt:lpstr>FANUC Robots</vt:lpstr>
      <vt:lpstr>FANUC</vt:lpstr>
      <vt:lpstr>CRX-10</vt:lpstr>
      <vt:lpstr>FANUC Teach Pendant (TP)</vt:lpstr>
      <vt:lpstr>FANUC Teach Pendant (TP)</vt:lpstr>
      <vt:lpstr>Teach Pendant (TP)</vt:lpstr>
      <vt:lpstr>Grippers</vt:lpstr>
      <vt:lpstr>Grippers</vt:lpstr>
      <vt:lpstr>Conveyors</vt:lpstr>
      <vt:lpstr>Standard Bots</vt:lpstr>
      <vt:lpstr>Standard Bots</vt:lpstr>
      <vt:lpstr>Standard Bots r01</vt:lpstr>
      <vt:lpstr>Teach Pendant</vt:lpstr>
      <vt:lpstr>The Camera </vt:lpstr>
      <vt:lpstr>Quaternions</vt:lpstr>
      <vt:lpstr>Tips for Programming Robots</vt:lpstr>
      <vt:lpstr>Common Errors</vt:lpstr>
      <vt:lpstr>Singularities Examples...</vt:lpstr>
      <vt:lpstr>Best Practices</vt:lpstr>
      <vt:lpstr>Flow Charts</vt:lpstr>
      <vt:lpstr>Right Hand Rule</vt:lpstr>
      <vt:lpstr>Outline of Today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FANUC Robots</dc:title>
  <dc:creator/>
  <cp:revision>17</cp:revision>
  <dcterms:created xsi:type="dcterms:W3CDTF">2026-03-18T21:41:19Z</dcterms:created>
  <dcterms:modified xsi:type="dcterms:W3CDTF">2026-06-12T16:44:10Z</dcterms:modified>
</cp:coreProperties>
</file>